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7" r:id="rId14"/>
    <p:sldId id="271" r:id="rId15"/>
    <p:sldId id="273" r:id="rId16"/>
    <p:sldId id="274" r:id="rId17"/>
    <p:sldId id="275" r:id="rId18"/>
    <p:sldId id="276" r:id="rId19"/>
    <p:sldId id="272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5" r:id="rId57"/>
    <p:sldId id="316" r:id="rId58"/>
    <p:sldId id="317" r:id="rId59"/>
    <p:sldId id="318" r:id="rId60"/>
    <p:sldId id="322" r:id="rId61"/>
    <p:sldId id="319" r:id="rId62"/>
    <p:sldId id="320" r:id="rId63"/>
    <p:sldId id="321" r:id="rId64"/>
    <p:sldId id="323" r:id="rId65"/>
    <p:sldId id="324" r:id="rId66"/>
    <p:sldId id="314" r:id="rId6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945879-BB35-3DC0-C579-721A0B794A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BFBA18D-1A4D-6793-4DF1-4CD95B7998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849F7B-3714-4A2B-E3A6-0C637659E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461933-CBC6-278A-EBC2-A7F74CE4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2A965C-C3A0-B7EE-0018-AF4A6C1B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6414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57D2E2-5753-3E5F-352F-C40D6E53E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E6C767-6D31-96E7-76CB-FC243B3DE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5181C6-0989-65B3-DC27-0940B441C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91994C-A629-ED9B-9CA1-125F35A46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B0F511-066A-B682-12D9-4D422783C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767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9C7640-1323-DADB-B562-CEA97BD0C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FB9131-860D-4E07-5B83-5357AB498C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BF8FD-CDBE-DBB2-8BCC-7D98C9656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29DE4A7-D158-E762-8C19-2827D0F4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499050-A83A-1795-A437-ED8101014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67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164400-711F-286A-5A44-C627E369A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580925-1DD6-4D9F-856B-8E101DA389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D58BC4-CDDE-1459-9270-5860C0F0A0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F333ACD-6EF8-34B3-CFF8-2CDB57A9A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80AE6D-D345-DCE1-1308-7336A0BB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CDE146-9C17-B50E-44AB-CC72AA1D0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7341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DA11B8-354D-783D-1D98-142A1B42B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C2A70F-1C6D-878E-A8E7-D6886ABA2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A36BFF-81FF-DFC3-9784-9C0E1E8C1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2D0BE73-1284-A9AD-045B-9405134705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21878A7-60A7-E21E-E265-DE81E9E7B9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EB00FAE-6EFD-00B6-4C75-7568A4206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43D2547-DC69-FB2A-020A-35C399E11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5149A7B-EA5B-6629-992D-2EB45C984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3364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DB456A-76F6-EC0B-8216-1786A8929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6CA942D-8D6E-BAA6-07B8-B042CF8E6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0894FC-CF1C-827B-71D3-413F30378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B0EA78-6C2B-E627-CA5B-E3E5BE151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70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BD9E9C1-F3E9-04F8-18BF-899D6302C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D55C8D1-1D3E-74AC-3CE3-48D6E4CAB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E4E441-E179-3140-1969-96CB63EEA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788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06F965-3BA2-5EB9-1D8B-383A962D5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83828-B1E2-8427-A346-D44B0DCB8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E26A14-3864-AC30-C5F9-97EE14A2F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6461B1-A669-EFAD-6906-B4D1389A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478E82-C4C0-9FDB-A596-56C2BD111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953970D-8590-2F1D-96EA-1C9C3FE9F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7450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BF046-FA21-2ED5-0F60-DF9AFD8F2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C6E9A61-8DE1-7461-5F25-81BFD9B50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3470DC-DA53-41EE-7466-6490235343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DF730A-13E2-1FE2-2CC8-D28FC323E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1A8018-831A-A686-714E-9213E9BB3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2547B1D-7D37-4A05-EF11-BED518E76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003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D9459-A8C8-5C74-F499-1C41BDF8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A3AF45-EEEA-966B-3265-769BEB6373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963D80-9880-7634-F265-798A80DA6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5CF71F8-17D2-6F56-6EDB-68F99C55F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E9A189-4FE4-BF8F-8800-E22A6E85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428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4DD8CE4-ABE5-C8BF-2DEB-5EEEFA3274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E9C386-04B5-C5DE-4888-DA91799C3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B2867F-A24B-B233-6FD7-A3F62317B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743EC1-6A74-355E-2862-92C59F693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757136-F820-D36A-5269-D03767F1E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112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9853A55-2A34-3001-1922-D997A38AB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8199CE-5433-F4DB-9F04-76D837DB5C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9109CB-37CA-4C7A-B731-4DEB89758D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5D944-1108-46E5-B4FA-E2119528347D}" type="datetimeFigureOut">
              <a:rPr lang="ko-KR" altLang="en-US" smtClean="0"/>
              <a:t>2026-08-24(Mon)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80C71E-09FB-3D7F-0C6C-08241B8C37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8F4B3A-F4DA-E241-4FAF-DA8F17014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ACC46-236C-4C5B-97C2-9A4F77EAEF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8953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C20BA1-E3FB-95BF-A72B-068D6BAB47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입문기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06C493F-71E5-F705-58F2-9113EA9CA5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11578"/>
            <a:ext cx="9144000" cy="846221"/>
          </a:xfrm>
        </p:spPr>
        <p:txBody>
          <a:bodyPr/>
          <a:lstStyle/>
          <a:p>
            <a:r>
              <a:rPr lang="ko-KR" altLang="en-US" dirty="0"/>
              <a:t>안경찬</a:t>
            </a:r>
          </a:p>
        </p:txBody>
      </p:sp>
    </p:spTree>
    <p:extLst>
      <p:ext uri="{BB962C8B-B14F-4D97-AF65-F5344CB8AC3E}">
        <p14:creationId xmlns:p14="http://schemas.microsoft.com/office/powerpoint/2010/main" val="18750967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BE772F8-99B2-55B2-F648-CED5F360D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635" y="1494567"/>
            <a:ext cx="9326730" cy="386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4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A1AC55B-6B01-9913-37F9-FED039C0B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867" y="952620"/>
            <a:ext cx="9054265" cy="495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072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2B6775E-89D6-59C3-FC9A-CF2FF2D40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786" y="1510464"/>
            <a:ext cx="9448427" cy="3837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567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783E315-DDE6-AB99-6E81-75C2B2B1C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160" y="1039227"/>
            <a:ext cx="9205679" cy="452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968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491D35C-D7D6-3012-B8E4-0ADEA4AFC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046" y="1371099"/>
            <a:ext cx="9535907" cy="4115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617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1ACD7CD-916E-D577-1980-45C71A8BD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578" y="661386"/>
            <a:ext cx="9084844" cy="5535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708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EA72283-E703-C351-615B-50EF3D04D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173" y="743004"/>
            <a:ext cx="8821654" cy="537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493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206572E-5D82-1F17-4E83-D4DD82271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446" y="1572126"/>
            <a:ext cx="10033107" cy="3713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925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2CD7523-37CF-6A39-2B68-2C4846332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302" y="882773"/>
            <a:ext cx="9485396" cy="5092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53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7D06821-7CF1-2FC3-956B-11090A7B1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127" y="1551572"/>
            <a:ext cx="9893745" cy="375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466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DA43E05-37A6-6DE7-05AC-7108595FB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286" y="800105"/>
            <a:ext cx="9211427" cy="525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2542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065E035-E459-EE9A-DDA9-C390E0004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230" y="312820"/>
            <a:ext cx="9141539" cy="243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6549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53AB234-5A78-748C-5079-4B771DB5B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486" y="430447"/>
            <a:ext cx="8297027" cy="5997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966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6A882DB-67D9-7B9F-42C2-E890E9C78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304" y="304548"/>
            <a:ext cx="8233391" cy="288783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A9E3A9A-BC26-61D6-4202-2104DCE5B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304" y="3429000"/>
            <a:ext cx="8351812" cy="3308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888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C2E0C76-B60D-BB72-327F-AF0276637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826" y="1099235"/>
            <a:ext cx="8514348" cy="465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9817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FF88525-FC0F-0F53-AEC9-05153F077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145" y="1360320"/>
            <a:ext cx="9019709" cy="413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1563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6A76BA0-3AFD-5160-D205-3C38FDC0A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867" y="1782795"/>
            <a:ext cx="9340266" cy="3292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658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214F5D6-2A6C-3420-3A0E-94501D39E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027" y="857375"/>
            <a:ext cx="9581945" cy="5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211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F65BD41-7F75-7688-55D9-38E44DB6E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184" y="1962526"/>
            <a:ext cx="8849631" cy="293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8909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92D81F2-4FD0-32F5-8C35-857F7D64C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644" y="1337510"/>
            <a:ext cx="9716712" cy="4182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430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37E5419-AD38-95D4-9101-E160BCB2D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359444"/>
            <a:ext cx="5191125" cy="139065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7E641F6-F1AA-78B6-7517-0769FEF04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376" y="920916"/>
            <a:ext cx="9335056" cy="5738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8976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57AEE13-8796-7E48-099E-C53E17696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045" y="1191403"/>
            <a:ext cx="9775909" cy="447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4942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C788B5A-680A-B971-B982-74B4FAF46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32" y="1426887"/>
            <a:ext cx="9995735" cy="400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520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E995F3F-DFF9-FB20-86CF-39C0B9935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56" y="929534"/>
            <a:ext cx="10225088" cy="499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9311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4AE22D0-9AF9-0A3D-145C-976DC43CE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18" y="647541"/>
            <a:ext cx="10177964" cy="55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003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70246AB-E1A8-5E76-5DC8-6762D2FFD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193" y="1248401"/>
            <a:ext cx="10099614" cy="436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6313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178378D-F3C1-60B1-2F0A-5C25811BF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12" y="694698"/>
            <a:ext cx="10614576" cy="5468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0463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86FB6C0-B3B5-F9A9-46A6-B1323F8D8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12" y="712495"/>
            <a:ext cx="10456576" cy="5433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7610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FB60F55-C5D9-3063-15A4-499638271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830" y="1532647"/>
            <a:ext cx="10922339" cy="379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6615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B62269B-AAEB-793B-D6C5-26F63B0FE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145" y="1528449"/>
            <a:ext cx="10671709" cy="38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23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E0B313A-B332-F245-906A-C82B0E7C1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18" y="282424"/>
            <a:ext cx="10581761" cy="219651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0CA272C-4FC0-A507-0E42-CD8EC3C493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17" y="2782154"/>
            <a:ext cx="10581761" cy="389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519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F02BBCD-6E29-78CE-1115-084B04FFD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528" y="251910"/>
            <a:ext cx="10336944" cy="317709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04FB958-092D-C33E-7B83-6A2668AB7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311" y="3616004"/>
            <a:ext cx="9323377" cy="3117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2390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08C253D-962C-974C-E8D2-8266E0524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468" y="1889799"/>
            <a:ext cx="9263063" cy="3078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1065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9AEEB40-CAB0-9327-460A-4C9B34066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849" y="1148264"/>
            <a:ext cx="10554302" cy="4561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8841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B46B01E-2AAB-7AE0-8F63-E7D611829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55" y="738682"/>
            <a:ext cx="10092490" cy="538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623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9454071-F1F7-399B-BFC6-18F9A1A6B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806" y="1853573"/>
            <a:ext cx="9672387" cy="315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216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21E3B9F-278A-7819-CE30-DDAC1B0CC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31" y="914650"/>
            <a:ext cx="10633937" cy="502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8846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414BF96-D83F-B4AD-7DEC-4304BD249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398" y="861636"/>
            <a:ext cx="9895203" cy="513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1191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731F1D4-CFF1-A006-65BA-DAA81C54F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162" y="1135229"/>
            <a:ext cx="10287675" cy="458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7713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D66BF23-480E-3561-9E16-89EB73B5B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948" y="1387015"/>
            <a:ext cx="8730104" cy="4083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5044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3FF9A13-D0C9-F13A-ACAD-98CF3D906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192" y="1522245"/>
            <a:ext cx="10951616" cy="3813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6119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9AE6106-F521-DBA3-797E-5BB38414E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227" y="1516480"/>
            <a:ext cx="9871546" cy="382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7879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73229D0-3466-856C-16AD-3B7E3F2C1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83" y="1084596"/>
            <a:ext cx="10666633" cy="4688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2752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136E480-91C9-80F2-B814-D9D892BD6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170" y="1120566"/>
            <a:ext cx="10217659" cy="4616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1187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24B21C0-2661-127E-E038-C53BB854D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21" y="1430128"/>
            <a:ext cx="11140157" cy="399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7560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2C42B04-EBB1-4DBD-1F44-57BC00D05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373" y="987091"/>
            <a:ext cx="10099253" cy="488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6332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A25255A-71FF-FB9E-F9BB-207A89D10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416" y="676024"/>
            <a:ext cx="9223167" cy="550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2003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67FC022-32D4-B119-7FB4-1631BEF8D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453" y="1262993"/>
            <a:ext cx="10323094" cy="4332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5937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D35F077-926C-E060-051A-B7AADEFCF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037" y="793332"/>
            <a:ext cx="10339926" cy="5271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1396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7ED77DB-0E12-DD11-9729-8EE444FB7E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99" y="1521995"/>
            <a:ext cx="11169601" cy="381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329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E7B8986-972A-569A-5C94-B26BFC842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819" y="393282"/>
            <a:ext cx="9148361" cy="6071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6221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B318AF8-FBFE-7A3D-F7B7-600342433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185" y="829677"/>
            <a:ext cx="9097629" cy="519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9283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EED454E-BB7E-3C1E-4389-80CA6ECD5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76" y="926557"/>
            <a:ext cx="10690048" cy="500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3464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2DBDDE9-A4D3-A00F-9A94-6F0310A08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344" y="711868"/>
            <a:ext cx="10297311" cy="543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8401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94818B8-A997-F9E3-EDD2-56B08CDB2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359" y="696453"/>
            <a:ext cx="10423281" cy="5465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8495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385AA98-B6B8-2139-BA9A-46A3D4933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63" y="1348038"/>
            <a:ext cx="10548874" cy="4161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3060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21A3CC0-247E-E0E1-F6B9-F1D1C48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036" y="609875"/>
            <a:ext cx="9401928" cy="563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00254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E24E7CB-298A-63EE-4110-A18190CD3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51" y="1433136"/>
            <a:ext cx="11439498" cy="399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120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BEC38A4-75D9-F1DD-A37D-746ACECDC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5" y="1637297"/>
            <a:ext cx="11214730" cy="358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1102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DD6E84E-8DE1-1693-9986-D0BAD2608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89" y="1642937"/>
            <a:ext cx="10996222" cy="3572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9455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CBEA18F-5E15-CE19-01FE-2E8AC8406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75" y="1475246"/>
            <a:ext cx="10710050" cy="3907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76069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646DC0A-6EC9-7715-AF6B-55DC98FD5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945" y="1993607"/>
            <a:ext cx="10630110" cy="2870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87009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84C51EC-1496-CA43-FAD7-1A19E3B59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0271" y="0"/>
            <a:ext cx="4551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541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625C788-7728-9510-000C-70F18F597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479" y="0"/>
            <a:ext cx="45190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66505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392269-142D-7F1D-8179-5CA2AEEDFE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892" y="0"/>
            <a:ext cx="45102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950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4</Words>
  <Application>Microsoft Office PowerPoint</Application>
  <PresentationFormat>와이드스크린</PresentationFormat>
  <Paragraphs>2</Paragraphs>
  <Slides>66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66</vt:i4>
      </vt:variant>
    </vt:vector>
  </HeadingPairs>
  <TitlesOfParts>
    <vt:vector size="69" baseType="lpstr">
      <vt:lpstr>맑은 고딕</vt:lpstr>
      <vt:lpstr>Arial</vt:lpstr>
      <vt:lpstr>Office 테마</vt:lpstr>
      <vt:lpstr>CSS 입문기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KYOUNGCHAN AHN</dc:creator>
  <cp:lastModifiedBy>KYOUNGCHAN AHN</cp:lastModifiedBy>
  <cp:revision>14</cp:revision>
  <dcterms:created xsi:type="dcterms:W3CDTF">2026-08-24T07:11:16Z</dcterms:created>
  <dcterms:modified xsi:type="dcterms:W3CDTF">2026-08-24T08:43:41Z</dcterms:modified>
</cp:coreProperties>
</file>