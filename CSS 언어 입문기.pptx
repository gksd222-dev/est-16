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7" r:id="rId14"/>
    <p:sldId id="271" r:id="rId15"/>
    <p:sldId id="273" r:id="rId16"/>
    <p:sldId id="274" r:id="rId17"/>
    <p:sldId id="275" r:id="rId18"/>
    <p:sldId id="276" r:id="rId19"/>
    <p:sldId id="272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5" r:id="rId57"/>
    <p:sldId id="316" r:id="rId58"/>
    <p:sldId id="317" r:id="rId59"/>
    <p:sldId id="318" r:id="rId60"/>
    <p:sldId id="322" r:id="rId61"/>
    <p:sldId id="319" r:id="rId62"/>
    <p:sldId id="320" r:id="rId63"/>
    <p:sldId id="321" r:id="rId64"/>
    <p:sldId id="323" r:id="rId65"/>
    <p:sldId id="324" r:id="rId66"/>
    <p:sldId id="31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5" r:id="rId76"/>
    <p:sldId id="336" r:id="rId77"/>
    <p:sldId id="337" r:id="rId78"/>
    <p:sldId id="338" r:id="rId79"/>
    <p:sldId id="339" r:id="rId80"/>
    <p:sldId id="333" r:id="rId81"/>
    <p:sldId id="334" r:id="rId82"/>
    <p:sldId id="340" r:id="rId83"/>
    <p:sldId id="341" r:id="rId84"/>
    <p:sldId id="342" r:id="rId85"/>
    <p:sldId id="343" r:id="rId86"/>
    <p:sldId id="344" r:id="rId87"/>
    <p:sldId id="345" r:id="rId88"/>
    <p:sldId id="346" r:id="rId89"/>
    <p:sldId id="348" r:id="rId90"/>
    <p:sldId id="349" r:id="rId91"/>
    <p:sldId id="350" r:id="rId92"/>
    <p:sldId id="351" r:id="rId93"/>
    <p:sldId id="352" r:id="rId94"/>
    <p:sldId id="353" r:id="rId95"/>
    <p:sldId id="354" r:id="rId96"/>
    <p:sldId id="355" r:id="rId97"/>
    <p:sldId id="356" r:id="rId98"/>
    <p:sldId id="360" r:id="rId99"/>
    <p:sldId id="361" r:id="rId100"/>
    <p:sldId id="362" r:id="rId101"/>
    <p:sldId id="359" r:id="rId102"/>
    <p:sldId id="363" r:id="rId103"/>
    <p:sldId id="364" r:id="rId104"/>
    <p:sldId id="365" r:id="rId105"/>
    <p:sldId id="366" r:id="rId106"/>
    <p:sldId id="357" r:id="rId107"/>
    <p:sldId id="367" r:id="rId108"/>
    <p:sldId id="368" r:id="rId109"/>
    <p:sldId id="358" r:id="rId110"/>
    <p:sldId id="347" r:id="rId111"/>
    <p:sldId id="369" r:id="rId112"/>
    <p:sldId id="370" r:id="rId113"/>
    <p:sldId id="374" r:id="rId114"/>
    <p:sldId id="375" r:id="rId115"/>
    <p:sldId id="376" r:id="rId116"/>
    <p:sldId id="371" r:id="rId117"/>
    <p:sldId id="372" r:id="rId118"/>
    <p:sldId id="373" r:id="rId119"/>
    <p:sldId id="377" r:id="rId120"/>
    <p:sldId id="378" r:id="rId121"/>
    <p:sldId id="379" r:id="rId122"/>
    <p:sldId id="380" r:id="rId123"/>
    <p:sldId id="381" r:id="rId124"/>
    <p:sldId id="382" r:id="rId125"/>
    <p:sldId id="386" r:id="rId126"/>
    <p:sldId id="387" r:id="rId127"/>
    <p:sldId id="388" r:id="rId128"/>
    <p:sldId id="389" r:id="rId129"/>
    <p:sldId id="383" r:id="rId130"/>
    <p:sldId id="384" r:id="rId131"/>
    <p:sldId id="385" r:id="rId132"/>
    <p:sldId id="390" r:id="rId133"/>
    <p:sldId id="391" r:id="rId134"/>
    <p:sldId id="392" r:id="rId135"/>
    <p:sldId id="393" r:id="rId136"/>
    <p:sldId id="394" r:id="rId137"/>
    <p:sldId id="395" r:id="rId138"/>
    <p:sldId id="396" r:id="rId139"/>
    <p:sldId id="397" r:id="rId140"/>
    <p:sldId id="398" r:id="rId141"/>
    <p:sldId id="399" r:id="rId142"/>
    <p:sldId id="400" r:id="rId143"/>
    <p:sldId id="401" r:id="rId144"/>
    <p:sldId id="402" r:id="rId145"/>
    <p:sldId id="403" r:id="rId146"/>
    <p:sldId id="404" r:id="rId147"/>
    <p:sldId id="405" r:id="rId148"/>
    <p:sldId id="406" r:id="rId149"/>
    <p:sldId id="407" r:id="rId150"/>
    <p:sldId id="408" r:id="rId151"/>
    <p:sldId id="409" r:id="rId152"/>
    <p:sldId id="410" r:id="rId153"/>
    <p:sldId id="411" r:id="rId154"/>
    <p:sldId id="412" r:id="rId15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tableStyles" Target="tableStyle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945879-BB35-3DC0-C579-721A0B794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FBA18D-1A4D-6793-4DF1-4CD95B799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849F7B-3714-4A2B-E3A6-0C637659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D944-1108-46E5-B4FA-E2119528347D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461933-CBC6-278A-EBC2-A7F74CE4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2A965C-C3A0-B7EE-0018-AF4A6C1B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ACC46-236C-4C5B-97C2-9A4F77EAE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414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7D2E2-5753-3E5F-352F-C40D6E53E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E6C767-6D31-96E7-76CB-FC243B3DE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5181C6-0989-65B3-DC27-0940B441C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D944-1108-46E5-B4FA-E2119528347D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91994C-A629-ED9B-9CA1-125F35A46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B0F511-066A-B682-12D9-4D422783C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ACC46-236C-4C5B-97C2-9A4F77EAE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767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C7640-1323-DADB-B562-CEA97BD0C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FB9131-860D-4E07-5B83-5357AB498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4BF8FD-CDBE-DBB2-8BCC-7D98C9656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D944-1108-46E5-B4FA-E2119528347D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9DE4A7-D158-E762-8C19-2827D0F42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499050-A83A-1795-A437-ED8101014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ACC46-236C-4C5B-97C2-9A4F77EAE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67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164400-711F-286A-5A44-C627E369A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580925-1DD6-4D9F-856B-8E101DA38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D58BC4-CDDE-1459-9270-5860C0F0A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333ACD-6EF8-34B3-CFF8-2CDB57A9A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D944-1108-46E5-B4FA-E2119528347D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80AE6D-D345-DCE1-1308-7336A0BB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CDE146-9C17-B50E-44AB-CC72AA1D0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ACC46-236C-4C5B-97C2-9A4F77EAE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341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A11B8-354D-783D-1D98-142A1B42B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C2A70F-1C6D-878E-A8E7-D6886ABA2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A36BFF-81FF-DFC3-9784-9C0E1E8C1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D0BE73-1284-A9AD-045B-9405134705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21878A7-60A7-E21E-E265-DE81E9E7B9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B00FAE-6EFD-00B6-4C75-7568A4206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D944-1108-46E5-B4FA-E2119528347D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43D2547-DC69-FB2A-020A-35C399E11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5149A7B-EA5B-6629-992D-2EB45C984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ACC46-236C-4C5B-97C2-9A4F77EAE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36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DB456A-76F6-EC0B-8216-1786A892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6CA942D-8D6E-BAA6-07B8-B042CF8E6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D944-1108-46E5-B4FA-E2119528347D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0894FC-CF1C-827B-71D3-413F30378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B0EA78-6C2B-E627-CA5B-E3E5BE15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ACC46-236C-4C5B-97C2-9A4F77EAE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70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BD9E9C1-F3E9-04F8-18BF-899D6302C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D944-1108-46E5-B4FA-E2119528347D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D55C8D1-1D3E-74AC-3CE3-48D6E4CAB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E4E441-E179-3140-1969-96CB63EEA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ACC46-236C-4C5B-97C2-9A4F77EAE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788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06F965-3BA2-5EB9-1D8B-383A962D5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A83828-B1E2-8427-A346-D44B0DCB8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E26A14-3864-AC30-C5F9-97EE14A2F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6461B1-A669-EFAD-6906-B4D1389A3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D944-1108-46E5-B4FA-E2119528347D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478E82-C4C0-9FDB-A596-56C2BD111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53970D-8590-2F1D-96EA-1C9C3FE9F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ACC46-236C-4C5B-97C2-9A4F77EAE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45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5BF046-FA21-2ED5-0F60-DF9AFD8F2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C6E9A61-8DE1-7461-5F25-81BFD9B50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3470DC-DA53-41EE-7466-649023534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DF730A-13E2-1FE2-2CC8-D28FC323E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D944-1108-46E5-B4FA-E2119528347D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1A8018-831A-A686-714E-9213E9BB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547B1D-7D37-4A05-EF11-BED518E76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ACC46-236C-4C5B-97C2-9A4F77EAE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003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D9459-A8C8-5C74-F499-1C41BDF82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A3AF45-EEEA-966B-3265-769BEB637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63D80-9880-7634-F265-798A80DA6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D944-1108-46E5-B4FA-E2119528347D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CF71F8-17D2-6F56-6EDB-68F99C55F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E9A189-4FE4-BF8F-8800-E22A6E85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ACC46-236C-4C5B-97C2-9A4F77EAE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428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4DD8CE4-ABE5-C8BF-2DEB-5EEEFA3274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E9C386-04B5-C5DE-4888-DA91799C3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B2867F-A24B-B233-6FD7-A3F62317B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5D944-1108-46E5-B4FA-E2119528347D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743EC1-6A74-355E-2862-92C59F693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757136-F820-D36A-5269-D03767F1E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ACC46-236C-4C5B-97C2-9A4F77EAE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112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9853A55-2A34-3001-1922-D997A38AB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8199CE-5433-F4DB-9F04-76D837DB5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9109CB-37CA-4C7A-B731-4DEB89758D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5D944-1108-46E5-B4FA-E2119528347D}" type="datetimeFigureOut">
              <a:rPr lang="ko-KR" altLang="en-US" smtClean="0"/>
              <a:t>2026-08-25(Tue)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80C71E-09FB-3D7F-0C6C-08241B8C37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8F4B3A-F4DA-E241-4FAF-DA8F17014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ACC46-236C-4C5B-97C2-9A4F77EAEF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953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C20BA1-E3FB-95BF-A72B-068D6BAB47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입문기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6C493F-71E5-F705-58F2-9113EA9CA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11578"/>
            <a:ext cx="9144000" cy="846221"/>
          </a:xfrm>
        </p:spPr>
        <p:txBody>
          <a:bodyPr/>
          <a:lstStyle/>
          <a:p>
            <a:r>
              <a:rPr lang="ko-KR" altLang="en-US" dirty="0"/>
              <a:t>안경찬</a:t>
            </a:r>
          </a:p>
        </p:txBody>
      </p:sp>
    </p:spTree>
    <p:extLst>
      <p:ext uri="{BB962C8B-B14F-4D97-AF65-F5344CB8AC3E}">
        <p14:creationId xmlns:p14="http://schemas.microsoft.com/office/powerpoint/2010/main" val="1875096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BE772F8-99B2-55B2-F648-CED5F360D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635" y="1494567"/>
            <a:ext cx="9326730" cy="386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48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A1AC55B-6B01-9913-37F9-FED039C0B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867" y="952620"/>
            <a:ext cx="9054265" cy="495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072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2B6775E-89D6-59C3-FC9A-CF2FF2D40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786" y="1510464"/>
            <a:ext cx="9448427" cy="383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567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783E315-DDE6-AB99-6E81-75C2B2B1C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160" y="1039227"/>
            <a:ext cx="9205679" cy="452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968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91D35C-D7D6-3012-B8E4-0ADEA4AFC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46" y="1371099"/>
            <a:ext cx="9535907" cy="411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617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1ACD7CD-916E-D577-1980-45C71A8BD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578" y="661386"/>
            <a:ext cx="9084844" cy="553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708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A72283-E703-C351-615B-50EF3D04D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173" y="743004"/>
            <a:ext cx="8821654" cy="537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493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206572E-5D82-1F17-4E83-D4DD82271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46" y="1572126"/>
            <a:ext cx="10033107" cy="371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925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2CD7523-37CF-6A39-2B68-2C4846332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02" y="882773"/>
            <a:ext cx="9485396" cy="509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53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D06821-7CF1-2FC3-956B-11090A7B1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127" y="1551572"/>
            <a:ext cx="9893745" cy="375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466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DA43E05-37A6-6DE7-05AC-7108595FB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286" y="800105"/>
            <a:ext cx="9211427" cy="525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254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65E035-E459-EE9A-DDA9-C390E0004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230" y="312820"/>
            <a:ext cx="9141539" cy="243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54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53AB234-5A78-748C-5079-4B771DB5B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486" y="430447"/>
            <a:ext cx="8297027" cy="599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966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A882DB-67D9-7B9F-42C2-E890E9C78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304" y="304548"/>
            <a:ext cx="8233391" cy="288783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A9E3A9A-BC26-61D6-4202-2104DCE5B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304" y="3429000"/>
            <a:ext cx="8351812" cy="330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888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C2E0C76-B60D-BB72-327F-AF0276637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826" y="1099235"/>
            <a:ext cx="8514348" cy="465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981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F88525-FC0F-0F53-AEC9-05153F077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145" y="1360320"/>
            <a:ext cx="9019709" cy="413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56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A76BA0-3AFD-5160-D205-3C38FDC0A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867" y="1782795"/>
            <a:ext cx="9340266" cy="329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658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214F5D6-2A6C-3420-3A0E-94501D39E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027" y="857375"/>
            <a:ext cx="9581945" cy="5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211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F65BD41-7F75-7688-55D9-38E44DB6E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184" y="1962526"/>
            <a:ext cx="8849631" cy="293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90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2D81F2-4FD0-32F5-8C35-857F7D64C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644" y="1337510"/>
            <a:ext cx="9716712" cy="418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30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37E5419-AD38-95D4-9101-E160BCB2D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7" y="359444"/>
            <a:ext cx="5191125" cy="13906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7E641F6-F1AA-78B6-7517-0769FEF04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376" y="920916"/>
            <a:ext cx="9335056" cy="573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97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57AEE13-8796-7E48-099E-C53E17696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045" y="1191403"/>
            <a:ext cx="9775909" cy="447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4942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788B5A-680A-B971-B982-74B4FAF46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32" y="1426887"/>
            <a:ext cx="9995735" cy="40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20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E995F3F-DFF9-FB20-86CF-39C0B9935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56" y="929534"/>
            <a:ext cx="10225088" cy="499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931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4AE22D0-9AF9-0A3D-145C-976DC43CE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18" y="647541"/>
            <a:ext cx="10177964" cy="55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003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70246AB-E1A8-5E76-5DC8-6762D2FFD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93" y="1248401"/>
            <a:ext cx="10099614" cy="436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31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178378D-F3C1-60B1-2F0A-5C25811BF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12" y="694698"/>
            <a:ext cx="10614576" cy="546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0463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86FB6C0-B3B5-F9A9-46A6-B1323F8D8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12" y="712495"/>
            <a:ext cx="10456576" cy="543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7610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B60F55-C5D9-3063-15A4-499638271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30" y="1532647"/>
            <a:ext cx="10922339" cy="379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6615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B62269B-AAEB-793B-D6C5-26F63B0FE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45" y="1528449"/>
            <a:ext cx="10671709" cy="380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23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E0B313A-B332-F245-906A-C82B0E7C1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18" y="282424"/>
            <a:ext cx="10581761" cy="21965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CA272C-4FC0-A507-0E42-CD8EC3C49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17" y="2782154"/>
            <a:ext cx="10581761" cy="389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5193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F02BBCD-6E29-78CE-1115-084B04FFD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28" y="251910"/>
            <a:ext cx="10336944" cy="317709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04FB958-092D-C33E-7B83-6A2668AB7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311" y="3616004"/>
            <a:ext cx="9323377" cy="311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2390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08C253D-962C-974C-E8D2-8266E0524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468" y="1889799"/>
            <a:ext cx="9263063" cy="307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1065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9AEEB40-CAB0-9327-460A-4C9B34066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49" y="1148264"/>
            <a:ext cx="10554302" cy="456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8841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B46B01E-2AAB-7AE0-8F63-E7D611829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55" y="738682"/>
            <a:ext cx="10092490" cy="538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3623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9454071-F1F7-399B-BFC6-18F9A1A6B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06" y="1853573"/>
            <a:ext cx="9672387" cy="315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2168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21E3B9F-278A-7819-CE30-DDAC1B0CC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31" y="914650"/>
            <a:ext cx="10633937" cy="502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846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414BF96-D83F-B4AD-7DEC-4304BD249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398" y="861636"/>
            <a:ext cx="9895203" cy="513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191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731F1D4-CFF1-A006-65BA-DAA81C54F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62" y="1135229"/>
            <a:ext cx="10287675" cy="458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7713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D66BF23-480E-3561-9E16-89EB73B5B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948" y="1387015"/>
            <a:ext cx="8730104" cy="408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5044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3FF9A13-D0C9-F13A-ACAD-98CF3D906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92" y="1522245"/>
            <a:ext cx="10951616" cy="381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119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AE6106-F521-DBA3-797E-5BB38414E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227" y="1516480"/>
            <a:ext cx="9871546" cy="382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879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3229D0-3466-856C-16AD-3B7E3F2C1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83" y="1084596"/>
            <a:ext cx="10666633" cy="468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2752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136E480-91C9-80F2-B814-D9D892BD6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170" y="1120566"/>
            <a:ext cx="10217659" cy="461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1187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24B21C0-2661-127E-E038-C53BB854D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21" y="1430128"/>
            <a:ext cx="11140157" cy="399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7560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2C42B04-EBB1-4DBD-1F44-57BC00D05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73" y="987091"/>
            <a:ext cx="10099253" cy="488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6332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A25255A-71FF-FB9E-F9BB-207A89D10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416" y="676024"/>
            <a:ext cx="9223167" cy="550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2003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67FC022-32D4-B119-7FB4-1631BEF8D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453" y="1262993"/>
            <a:ext cx="10323094" cy="433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5937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D35F077-926C-E060-051A-B7AADEFCF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037" y="793332"/>
            <a:ext cx="10339926" cy="527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1396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7ED77DB-0E12-DD11-9729-8EE444FB7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99" y="1521995"/>
            <a:ext cx="11169601" cy="381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329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E7B8986-972A-569A-5C94-B26BFC842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819" y="393282"/>
            <a:ext cx="9148361" cy="607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6221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B318AF8-FBFE-7A3D-F7B7-600342433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185" y="829677"/>
            <a:ext cx="9097629" cy="519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283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ED454E-BB7E-3C1E-4389-80CA6ECD5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76" y="926557"/>
            <a:ext cx="10690048" cy="500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3464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DBDDE9-A4D3-A00F-9A94-6F0310A08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44" y="711868"/>
            <a:ext cx="10297311" cy="543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8401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94818B8-A997-F9E3-EDD2-56B08CDB2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359" y="696453"/>
            <a:ext cx="10423281" cy="546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8495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385AA98-B6B8-2139-BA9A-46A3D4933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63" y="1348038"/>
            <a:ext cx="10548874" cy="4161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3060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21A3CC0-247E-E0E1-F6B9-F1D1C48A1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036" y="609875"/>
            <a:ext cx="9401928" cy="56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025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E24E7CB-298A-63EE-4110-A18190CD3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51" y="1433136"/>
            <a:ext cx="11439498" cy="399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120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BEC38A4-75D9-F1DD-A37D-746ACECDC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35" y="1637297"/>
            <a:ext cx="11214730" cy="358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1102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DD6E84E-8DE1-1693-9986-D0BAD2608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89" y="1642937"/>
            <a:ext cx="10996222" cy="357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9455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CBEA18F-5E15-CE19-01FE-2E8AC8406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75" y="1475246"/>
            <a:ext cx="10710050" cy="390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7606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646DC0A-6EC9-7715-AF6B-55DC98FD5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45" y="1993607"/>
            <a:ext cx="10630110" cy="287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7009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84C51EC-1496-CA43-FAD7-1A19E3B59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271" y="0"/>
            <a:ext cx="45514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5416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25C788-7728-9510-000C-70F18F597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479" y="0"/>
            <a:ext cx="45190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6650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3392269-142D-7F1D-8179-5CA2AEEDF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892" y="0"/>
            <a:ext cx="45102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9503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5F8A417-966C-79EA-267A-22E2061BF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670" y="1277352"/>
            <a:ext cx="9876660" cy="430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931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6AEC09-FF71-CB48-9DFE-C6FB06F23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644" y="1494172"/>
            <a:ext cx="9848711" cy="386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8686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345B42B-9DA4-FDB8-C927-E972A6EC9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833" y="664599"/>
            <a:ext cx="8318333" cy="552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315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FC6D6E-4279-3233-EBE1-D2FD25CFF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99" y="995112"/>
            <a:ext cx="10128602" cy="486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6840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E001B44-E380-FA2E-FC39-16803A8AC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417" y="473242"/>
            <a:ext cx="9045165" cy="591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3177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539AE5-61AF-5AFB-EBD9-AFEBFE28C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618" y="688295"/>
            <a:ext cx="9244764" cy="548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99243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2DA7D37-2149-7C09-C79D-12B1B2D85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981" y="175095"/>
            <a:ext cx="8206038" cy="650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832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3006BC9-B4BD-4B7C-6F39-9AC6B90BC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194" y="419320"/>
            <a:ext cx="8805612" cy="601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57331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CEE7826-864B-0516-43B9-46DDC0BAF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650" y="1642184"/>
            <a:ext cx="9510699" cy="357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22497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908D635-DDDA-6FB3-A87E-4303C182F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781" y="463592"/>
            <a:ext cx="8646438" cy="593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26211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EF25D5-0B4F-040A-C019-1DA3AEE12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439" y="499060"/>
            <a:ext cx="8977122" cy="585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24126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7ADFC5-2380-930D-C61F-3D512FF66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03" y="631532"/>
            <a:ext cx="9964594" cy="559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2780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6C930F-4FFA-67AD-B175-C45F9B550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33" y="1464845"/>
            <a:ext cx="10359334" cy="392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4649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DD46EE-6B5A-8B21-E287-0D90F3F42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861" y="389898"/>
            <a:ext cx="7566277" cy="607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1258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D084D49-50D4-4803-C471-1EF8E0F10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727" y="568993"/>
            <a:ext cx="9232545" cy="572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27861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406826D-344B-DD7B-FB29-2EEF0C14C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747" y="385010"/>
            <a:ext cx="7294506" cy="608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24757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3021CB4-28BD-2C8C-205A-E956A023A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217" y="818146"/>
            <a:ext cx="9073566" cy="522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31723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43C60A4-F1A5-B18F-AE0A-B02F07052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865" y="590366"/>
            <a:ext cx="9056269" cy="567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4309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955B04A-1561-8197-B820-1794FBA42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516" y="488367"/>
            <a:ext cx="7892967" cy="588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3879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D224285-053E-2A1A-7437-2BDA05C2D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027" y="1167815"/>
            <a:ext cx="10107946" cy="452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82819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498FEE-323A-0445-74AC-26DA624A2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382" y="1038600"/>
            <a:ext cx="8837235" cy="47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66236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E6603D6-C33C-05F8-22EB-44D86BF66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88" y="1760621"/>
            <a:ext cx="11034424" cy="333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34081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B5A8E5E-10D4-DAE9-651C-B60A827ED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261" y="409073"/>
            <a:ext cx="9283478" cy="603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67135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742CB7B-3E63-C15D-CC98-CA2235E9D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387" y="477041"/>
            <a:ext cx="8563226" cy="590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57006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FD5F360-F9E1-3525-D9D5-87F6D1FBC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00" y="1299160"/>
            <a:ext cx="10424599" cy="425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8699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561B546-284A-0E31-9889-C9A28461D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927" y="777415"/>
            <a:ext cx="9390146" cy="530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5200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DB8A5E7-4259-3205-2941-1C5BA40E6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623" y="1157538"/>
            <a:ext cx="10076754" cy="454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38002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4E04B4B-59D3-39E8-36DB-D3241091D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991" y="334404"/>
            <a:ext cx="7436017" cy="618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1692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3270FD6-6349-E764-70C6-14C890D39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408" y="697801"/>
            <a:ext cx="8737183" cy="546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97653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06BEB11-6AA5-0C2A-BBF6-100B77B08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94" y="490543"/>
            <a:ext cx="8862011" cy="587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5085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116CB96-B137-F3C9-9BD1-AE1AEE2B2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426" y="1271838"/>
            <a:ext cx="10189148" cy="431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20809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97B09B-3CAB-7D45-4A39-404E23E35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76" y="397919"/>
            <a:ext cx="10048447" cy="606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5136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2B6B291-0824-12B1-2551-2E8705396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12" y="1778793"/>
            <a:ext cx="11073975" cy="330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0141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2C2ADC-138B-356A-43EC-F9455626D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06" y="686552"/>
            <a:ext cx="10115587" cy="548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39295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9A3BF79-E167-1213-0184-16CAE1556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39" y="1867651"/>
            <a:ext cx="11060921" cy="312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84456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017FA44-42BE-E88E-E297-4A1FE6880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745" y="464469"/>
            <a:ext cx="10014510" cy="592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35367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E7FC1A5-0DA0-0B97-9649-FB593ECB3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567" y="886075"/>
            <a:ext cx="10470866" cy="508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5149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A9F6A68-75D7-C045-9D38-538907B41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78" y="257676"/>
            <a:ext cx="8188643" cy="634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8619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05BBF2-FE01-9CC2-5EFC-3CA1CDBDF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713" y="1088356"/>
            <a:ext cx="9362574" cy="468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25725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2334D6A-34D3-AF24-5ACE-43BD0D6F2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07" y="1229727"/>
            <a:ext cx="10789185" cy="439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62694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0612F02-DC6B-7B2C-65B2-AAB2AAF2F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98" y="1519237"/>
            <a:ext cx="10685203" cy="381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45557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27DF3F6-90BE-A349-D4F5-CF50F8BA4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385" y="645945"/>
            <a:ext cx="8987230" cy="556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7878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C617732-3012-F916-74AA-88DC51C2F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36" y="1546809"/>
            <a:ext cx="9974128" cy="376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57834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05579D3-88FC-A5D5-AD43-39A4AE99C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24" y="1115051"/>
            <a:ext cx="11243952" cy="462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26246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94D5276-0E3E-7772-C37A-FB7FAA79D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143" y="390514"/>
            <a:ext cx="9891713" cy="607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1152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AE3DCC6-5A17-CC8E-385D-67B21ABEE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11" y="771274"/>
            <a:ext cx="9925178" cy="531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73416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2DA11F-2AA7-76D7-80DE-35FA7C9FB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393" y="1514725"/>
            <a:ext cx="9939213" cy="382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8097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3DD16A0-1DAE-BB3A-2C0E-77EB5A04F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043" y="1516961"/>
            <a:ext cx="10539914" cy="382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1446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B457CEC-6878-06AC-142B-978B58415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504" y="1577766"/>
            <a:ext cx="10200991" cy="370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34347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0F275DC-A5DF-45A6-3408-A207FFA49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247" y="555309"/>
            <a:ext cx="8813506" cy="574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33327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8477085-BE96-6D31-EDB7-550D1448A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297" y="279594"/>
            <a:ext cx="8177405" cy="629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94924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3C2787D-F5F8-F183-6ED1-4A61F91DA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203" y="1058848"/>
            <a:ext cx="8625594" cy="474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52629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ABCA5C9-0DC4-B49C-ADEB-674BF6089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69" y="775815"/>
            <a:ext cx="9397862" cy="530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558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121CFDB-22F8-C41D-49A9-C180A1DA9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276" y="1590564"/>
            <a:ext cx="9717447" cy="367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14561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F958576-4B44-8491-60F8-D71600214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679" y="523603"/>
            <a:ext cx="9982642" cy="5810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23979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4E87B56-B714-1EFE-0826-3A22799C1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523" y="979403"/>
            <a:ext cx="10098953" cy="489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14046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427586B-065D-2DC6-0FA4-0B67376A3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405" y="439658"/>
            <a:ext cx="9523189" cy="597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21849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0E8E247-7B88-D6CC-38F3-7F29D741F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326" y="1475023"/>
            <a:ext cx="8913347" cy="390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2608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80D84A3-9C2D-B55B-F80D-A9A0C66FA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608" y="830173"/>
            <a:ext cx="9652784" cy="519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1474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CD06C64-D369-A9EA-CA8A-4F5D7E520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435" y="596012"/>
            <a:ext cx="9185130" cy="566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44708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A13119F-4521-7086-38FE-BEEA55B17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475" y="903034"/>
            <a:ext cx="8249049" cy="505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3690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998C5D3-06C8-8CF5-4182-C7E5E1468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826" y="1078941"/>
            <a:ext cx="9414348" cy="470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84790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4E97F2-E876-AE56-B265-6652FF433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833" y="1411738"/>
            <a:ext cx="9700334" cy="403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7136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E6054A-461F-B0B2-6D70-2634B6DA1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706" y="400092"/>
            <a:ext cx="7074588" cy="605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67045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6FAC51F-6F31-8098-BE41-25A93C988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361" y="1005275"/>
            <a:ext cx="8417277" cy="484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93512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13ED2BC-0D05-3CEE-89E6-E303CBE84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31" y="1271112"/>
            <a:ext cx="9728537" cy="43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07986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279D7A2-0652-1C50-02F4-09FD6547A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761" y="1402841"/>
            <a:ext cx="10012478" cy="405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9344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74D4860-72A4-06D0-110A-D95C53E3A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026" y="906885"/>
            <a:ext cx="9319947" cy="504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96212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FC923DE-C991-691D-4E4D-B1424AE61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250" y="644944"/>
            <a:ext cx="8783500" cy="556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4581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29AC83-17AD-B355-34D6-21B06E0F8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501" y="1270864"/>
            <a:ext cx="10140998" cy="431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30632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7EF2786-622A-6210-7045-3B2D82319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374" y="468139"/>
            <a:ext cx="9545252" cy="592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12484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F49E169-577B-3F75-5D70-C95DCE5C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453" y="977849"/>
            <a:ext cx="9295093" cy="490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05171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A6C0DAB-9052-CC65-3A34-B3540DF3A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976" y="1003901"/>
            <a:ext cx="9908047" cy="485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16459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74416E9-5E59-709E-5901-D7249F507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43" y="856394"/>
            <a:ext cx="10673914" cy="514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327161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6FD5F47-0478-F937-1FB9-AB028A8A7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342" y="1846649"/>
            <a:ext cx="9725315" cy="316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53393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ABFE8BF-02DD-5DA8-27EF-CEEFC312C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05" y="961381"/>
            <a:ext cx="10495189" cy="493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20404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9C643B-47D1-1B48-90B2-439C56531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267" y="1384888"/>
            <a:ext cx="9841466" cy="408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26121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A9783C-CB35-1315-324B-86AF4C11D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142" y="1007390"/>
            <a:ext cx="7815715" cy="484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17457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0308C3A-C0E8-DF98-8136-00772D189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484" y="1268596"/>
            <a:ext cx="8853031" cy="432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1749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35F8B1-4E4D-3066-B3CE-26653E603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52" y="1632328"/>
            <a:ext cx="10002696" cy="359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07856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0B691A6-2032-B960-0A5D-562BEEBF0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501" y="1110804"/>
            <a:ext cx="9120997" cy="463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19455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92E1F2F-F504-1F8D-27A3-A54DBD09F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457" y="1343853"/>
            <a:ext cx="10457085" cy="417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36377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BFE8D2-F9C6-D1F6-1D6E-DDCE173D4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044" y="903062"/>
            <a:ext cx="8797911" cy="505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41842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0E9754-9B11-D08B-1B34-40DC76708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118" y="1903186"/>
            <a:ext cx="9351764" cy="305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52444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C2C4A4-4BDE-3446-CB97-B7785BE65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492" y="1471516"/>
            <a:ext cx="9427016" cy="391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717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57630DF-F857-9E1E-8157-C1D944EB5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210" y="1128406"/>
            <a:ext cx="9243579" cy="460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60755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B56FE2B-E492-81FC-EC85-686D23760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521" y="1622576"/>
            <a:ext cx="9748957" cy="361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75201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52A1C07-AF21-5922-1535-C1102CC23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48" y="1358354"/>
            <a:ext cx="10856903" cy="414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336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</Words>
  <Application>Microsoft Office PowerPoint</Application>
  <PresentationFormat>와이드스크린</PresentationFormat>
  <Paragraphs>2</Paragraphs>
  <Slides>154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154</vt:i4>
      </vt:variant>
    </vt:vector>
  </HeadingPairs>
  <TitlesOfParts>
    <vt:vector size="157" baseType="lpstr">
      <vt:lpstr>맑은 고딕</vt:lpstr>
      <vt:lpstr>Arial</vt:lpstr>
      <vt:lpstr>Office 테마</vt:lpstr>
      <vt:lpstr>CSS 입문기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KYOUNGCHAN AHN</dc:creator>
  <cp:lastModifiedBy>KYOUNGCHAN AHN</cp:lastModifiedBy>
  <cp:revision>35</cp:revision>
  <dcterms:created xsi:type="dcterms:W3CDTF">2026-08-24T07:11:16Z</dcterms:created>
  <dcterms:modified xsi:type="dcterms:W3CDTF">2026-08-25T08:56:45Z</dcterms:modified>
</cp:coreProperties>
</file>