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7" r:id="rId14"/>
    <p:sldId id="271" r:id="rId15"/>
    <p:sldId id="273" r:id="rId16"/>
    <p:sldId id="274" r:id="rId17"/>
    <p:sldId id="275" r:id="rId18"/>
    <p:sldId id="276" r:id="rId19"/>
    <p:sldId id="272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306" r:id="rId49"/>
    <p:sldId id="307" r:id="rId50"/>
    <p:sldId id="308" r:id="rId51"/>
    <p:sldId id="309" r:id="rId52"/>
    <p:sldId id="310" r:id="rId53"/>
    <p:sldId id="311" r:id="rId54"/>
    <p:sldId id="312" r:id="rId55"/>
    <p:sldId id="313" r:id="rId56"/>
    <p:sldId id="315" r:id="rId57"/>
    <p:sldId id="316" r:id="rId58"/>
    <p:sldId id="317" r:id="rId59"/>
    <p:sldId id="318" r:id="rId60"/>
    <p:sldId id="322" r:id="rId61"/>
    <p:sldId id="319" r:id="rId62"/>
    <p:sldId id="320" r:id="rId63"/>
    <p:sldId id="321" r:id="rId64"/>
    <p:sldId id="323" r:id="rId65"/>
    <p:sldId id="324" r:id="rId66"/>
    <p:sldId id="314" r:id="rId67"/>
    <p:sldId id="325" r:id="rId68"/>
    <p:sldId id="326" r:id="rId69"/>
    <p:sldId id="327" r:id="rId70"/>
    <p:sldId id="328" r:id="rId71"/>
    <p:sldId id="329" r:id="rId72"/>
    <p:sldId id="330" r:id="rId73"/>
    <p:sldId id="331" r:id="rId74"/>
    <p:sldId id="332" r:id="rId75"/>
    <p:sldId id="335" r:id="rId76"/>
    <p:sldId id="336" r:id="rId77"/>
    <p:sldId id="337" r:id="rId78"/>
    <p:sldId id="338" r:id="rId79"/>
    <p:sldId id="339" r:id="rId80"/>
    <p:sldId id="333" r:id="rId81"/>
    <p:sldId id="334" r:id="rId82"/>
    <p:sldId id="340" r:id="rId83"/>
    <p:sldId id="341" r:id="rId84"/>
    <p:sldId id="342" r:id="rId85"/>
    <p:sldId id="343" r:id="rId86"/>
    <p:sldId id="344" r:id="rId87"/>
    <p:sldId id="345" r:id="rId88"/>
    <p:sldId id="346" r:id="rId89"/>
    <p:sldId id="348" r:id="rId90"/>
    <p:sldId id="349" r:id="rId91"/>
    <p:sldId id="350" r:id="rId92"/>
    <p:sldId id="351" r:id="rId93"/>
    <p:sldId id="352" r:id="rId94"/>
    <p:sldId id="353" r:id="rId95"/>
    <p:sldId id="354" r:id="rId96"/>
    <p:sldId id="355" r:id="rId97"/>
    <p:sldId id="356" r:id="rId98"/>
    <p:sldId id="360" r:id="rId99"/>
    <p:sldId id="361" r:id="rId100"/>
    <p:sldId id="362" r:id="rId101"/>
    <p:sldId id="359" r:id="rId102"/>
    <p:sldId id="363" r:id="rId103"/>
    <p:sldId id="364" r:id="rId104"/>
    <p:sldId id="365" r:id="rId105"/>
    <p:sldId id="366" r:id="rId106"/>
    <p:sldId id="357" r:id="rId107"/>
    <p:sldId id="367" r:id="rId108"/>
    <p:sldId id="368" r:id="rId109"/>
    <p:sldId id="358" r:id="rId110"/>
    <p:sldId id="347" r:id="rId111"/>
    <p:sldId id="369" r:id="rId112"/>
    <p:sldId id="370" r:id="rId113"/>
    <p:sldId id="374" r:id="rId114"/>
    <p:sldId id="375" r:id="rId115"/>
    <p:sldId id="376" r:id="rId116"/>
    <p:sldId id="371" r:id="rId117"/>
    <p:sldId id="372" r:id="rId118"/>
    <p:sldId id="373" r:id="rId119"/>
    <p:sldId id="377" r:id="rId120"/>
    <p:sldId id="378" r:id="rId121"/>
    <p:sldId id="379" r:id="rId122"/>
    <p:sldId id="380" r:id="rId123"/>
    <p:sldId id="381" r:id="rId124"/>
    <p:sldId id="382" r:id="rId125"/>
    <p:sldId id="386" r:id="rId126"/>
    <p:sldId id="387" r:id="rId127"/>
    <p:sldId id="388" r:id="rId128"/>
    <p:sldId id="389" r:id="rId129"/>
    <p:sldId id="383" r:id="rId130"/>
    <p:sldId id="384" r:id="rId131"/>
    <p:sldId id="385" r:id="rId132"/>
    <p:sldId id="390" r:id="rId133"/>
    <p:sldId id="391" r:id="rId134"/>
    <p:sldId id="392" r:id="rId135"/>
    <p:sldId id="393" r:id="rId136"/>
    <p:sldId id="394" r:id="rId137"/>
    <p:sldId id="395" r:id="rId138"/>
    <p:sldId id="396" r:id="rId139"/>
    <p:sldId id="397" r:id="rId140"/>
    <p:sldId id="398" r:id="rId141"/>
    <p:sldId id="399" r:id="rId142"/>
    <p:sldId id="400" r:id="rId143"/>
    <p:sldId id="401" r:id="rId144"/>
    <p:sldId id="402" r:id="rId145"/>
    <p:sldId id="403" r:id="rId146"/>
    <p:sldId id="404" r:id="rId147"/>
    <p:sldId id="405" r:id="rId148"/>
    <p:sldId id="406" r:id="rId149"/>
    <p:sldId id="407" r:id="rId150"/>
    <p:sldId id="408" r:id="rId151"/>
    <p:sldId id="409" r:id="rId152"/>
    <p:sldId id="410" r:id="rId153"/>
    <p:sldId id="411" r:id="rId154"/>
    <p:sldId id="412" r:id="rId155"/>
    <p:sldId id="413" r:id="rId156"/>
    <p:sldId id="414" r:id="rId157"/>
    <p:sldId id="415" r:id="rId158"/>
    <p:sldId id="423" r:id="rId159"/>
    <p:sldId id="416" r:id="rId160"/>
    <p:sldId id="417" r:id="rId161"/>
    <p:sldId id="418" r:id="rId162"/>
    <p:sldId id="419" r:id="rId163"/>
    <p:sldId id="424" r:id="rId164"/>
    <p:sldId id="425" r:id="rId165"/>
    <p:sldId id="426" r:id="rId166"/>
    <p:sldId id="427" r:id="rId167"/>
    <p:sldId id="429" r:id="rId168"/>
    <p:sldId id="430" r:id="rId169"/>
    <p:sldId id="431" r:id="rId170"/>
    <p:sldId id="432" r:id="rId171"/>
    <p:sldId id="433" r:id="rId172"/>
    <p:sldId id="428" r:id="rId173"/>
    <p:sldId id="420" r:id="rId174"/>
    <p:sldId id="434" r:id="rId175"/>
    <p:sldId id="435" r:id="rId176"/>
    <p:sldId id="436" r:id="rId177"/>
    <p:sldId id="437" r:id="rId178"/>
    <p:sldId id="438" r:id="rId179"/>
    <p:sldId id="439" r:id="rId180"/>
    <p:sldId id="442" r:id="rId181"/>
    <p:sldId id="446" r:id="rId182"/>
    <p:sldId id="443" r:id="rId183"/>
    <p:sldId id="444" r:id="rId184"/>
    <p:sldId id="445" r:id="rId185"/>
    <p:sldId id="447" r:id="rId186"/>
    <p:sldId id="448" r:id="rId187"/>
    <p:sldId id="440" r:id="rId188"/>
    <p:sldId id="449" r:id="rId189"/>
    <p:sldId id="450" r:id="rId190"/>
    <p:sldId id="451" r:id="rId191"/>
    <p:sldId id="452" r:id="rId192"/>
    <p:sldId id="453" r:id="rId193"/>
    <p:sldId id="441" r:id="rId194"/>
    <p:sldId id="454" r:id="rId195"/>
    <p:sldId id="455" r:id="rId196"/>
    <p:sldId id="456" r:id="rId197"/>
    <p:sldId id="458" r:id="rId198"/>
    <p:sldId id="459" r:id="rId199"/>
    <p:sldId id="460" r:id="rId200"/>
    <p:sldId id="457" r:id="rId201"/>
    <p:sldId id="421" r:id="rId202"/>
    <p:sldId id="461" r:id="rId203"/>
    <p:sldId id="462" r:id="rId204"/>
    <p:sldId id="463" r:id="rId205"/>
    <p:sldId id="464" r:id="rId206"/>
    <p:sldId id="465" r:id="rId207"/>
    <p:sldId id="466" r:id="rId208"/>
    <p:sldId id="469" r:id="rId209"/>
    <p:sldId id="470" r:id="rId210"/>
    <p:sldId id="471" r:id="rId211"/>
    <p:sldId id="472" r:id="rId212"/>
    <p:sldId id="474" r:id="rId213"/>
    <p:sldId id="475" r:id="rId214"/>
    <p:sldId id="476" r:id="rId215"/>
    <p:sldId id="473" r:id="rId216"/>
    <p:sldId id="467" r:id="rId217"/>
    <p:sldId id="468" r:id="rId218"/>
    <p:sldId id="477" r:id="rId219"/>
    <p:sldId id="478" r:id="rId220"/>
    <p:sldId id="479" r:id="rId221"/>
    <p:sldId id="482" r:id="rId222"/>
    <p:sldId id="422" r:id="rId223"/>
    <p:sldId id="480" r:id="rId224"/>
    <p:sldId id="481" r:id="rId225"/>
    <p:sldId id="483" r:id="rId226"/>
    <p:sldId id="484" r:id="rId227"/>
    <p:sldId id="485" r:id="rId228"/>
    <p:sldId id="486" r:id="rId229"/>
    <p:sldId id="487" r:id="rId230"/>
    <p:sldId id="493" r:id="rId231"/>
    <p:sldId id="494" r:id="rId232"/>
    <p:sldId id="495" r:id="rId233"/>
    <p:sldId id="496" r:id="rId234"/>
    <p:sldId id="497" r:id="rId235"/>
    <p:sldId id="498" r:id="rId236"/>
    <p:sldId id="488" r:id="rId237"/>
    <p:sldId id="489" r:id="rId238"/>
    <p:sldId id="499" r:id="rId239"/>
    <p:sldId id="500" r:id="rId240"/>
    <p:sldId id="501" r:id="rId241"/>
    <p:sldId id="502" r:id="rId242"/>
    <p:sldId id="503" r:id="rId243"/>
    <p:sldId id="504" r:id="rId244"/>
    <p:sldId id="505" r:id="rId245"/>
    <p:sldId id="506" r:id="rId246"/>
    <p:sldId id="507" r:id="rId247"/>
    <p:sldId id="508" r:id="rId248"/>
    <p:sldId id="510" r:id="rId249"/>
    <p:sldId id="511" r:id="rId250"/>
    <p:sldId id="512" r:id="rId251"/>
    <p:sldId id="509" r:id="rId252"/>
    <p:sldId id="490" r:id="rId253"/>
    <p:sldId id="513" r:id="rId254"/>
    <p:sldId id="514" r:id="rId255"/>
    <p:sldId id="515" r:id="rId256"/>
    <p:sldId id="491" r:id="rId257"/>
    <p:sldId id="492" r:id="rId25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presProps" Target="presProps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viewProps" Target="viewProps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262" Type="http://schemas.openxmlformats.org/officeDocument/2006/relationships/tableStyles" Target="tableStyles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945879-BB35-3DC0-C579-721A0B794A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BFBA18D-1A4D-6793-4DF1-4CD95B7998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9849F7B-3714-4A2B-E3A6-0C637659E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461933-CBC6-278A-EBC2-A7F74CE4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2A965C-C3A0-B7EE-0018-AF4A6C1B1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6414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57D2E2-5753-3E5F-352F-C40D6E53E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E6C767-6D31-96E7-76CB-FC243B3DE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5181C6-0989-65B3-DC27-0940B441C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E91994C-A629-ED9B-9CA1-125F35A46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B0F511-066A-B682-12D9-4D422783C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2767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9C7640-1323-DADB-B562-CEA97BD0C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FB9131-860D-4E07-5B83-5357AB498C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BF8FD-CDBE-DBB2-8BCC-7D98C9656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29DE4A7-D158-E762-8C19-2827D0F42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499050-A83A-1795-A437-ED8101014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673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164400-711F-286A-5A44-C627E369A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580925-1DD6-4D9F-856B-8E101DA389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AD58BC4-CDDE-1459-9270-5860C0F0A0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F333ACD-6EF8-34B3-CFF8-2CDB57A9A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80AE6D-D345-DCE1-1308-7336A0BB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2CDE146-9C17-B50E-44AB-CC72AA1D0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7341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DA11B8-354D-783D-1D98-142A1B42B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0C2A70F-1C6D-878E-A8E7-D6886ABA2A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A36BFF-81FF-DFC3-9784-9C0E1E8C1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2D0BE73-1284-A9AD-045B-9405134705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21878A7-60A7-E21E-E265-DE81E9E7B9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EB00FAE-6EFD-00B6-4C75-7568A4206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43D2547-DC69-FB2A-020A-35C399E11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5149A7B-EA5B-6629-992D-2EB45C984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3364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DB456A-76F6-EC0B-8216-1786A8929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6CA942D-8D6E-BAA6-07B8-B042CF8E6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B0894FC-CF1C-827B-71D3-413F30378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CB0EA78-6C2B-E627-CA5B-E3E5BE151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70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BD9E9C1-F3E9-04F8-18BF-899D6302C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D55C8D1-1D3E-74AC-3CE3-48D6E4CAB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E4E441-E179-3140-1969-96CB63EEA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788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06F965-3BA2-5EB9-1D8B-383A962D5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A83828-B1E2-8427-A346-D44B0DCB8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3E26A14-3864-AC30-C5F9-97EE14A2F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6461B1-A669-EFAD-6906-B4D1389A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E478E82-C4C0-9FDB-A596-56C2BD111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953970D-8590-2F1D-96EA-1C9C3FE9F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7450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BF046-FA21-2ED5-0F60-DF9AFD8F2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C6E9A61-8DE1-7461-5F25-81BFD9B50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3470DC-DA53-41EE-7466-6490235343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FDF730A-13E2-1FE2-2CC8-D28FC323E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1A8018-831A-A686-714E-9213E9BB3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2547B1D-7D37-4A05-EF11-BED518E76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8003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D9459-A8C8-5C74-F499-1C41BDF8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A3AF45-EEEA-966B-3265-769BEB6373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963D80-9880-7634-F265-798A80DA6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5CF71F8-17D2-6F56-6EDB-68F99C55F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E9A189-4FE4-BF8F-8800-E22A6E851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8428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4DD8CE4-ABE5-C8BF-2DEB-5EEEFA3274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E9C386-04B5-C5DE-4888-DA91799C3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B2867F-A24B-B233-6FD7-A3F62317B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743EC1-6A74-355E-2862-92C59F693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757136-F820-D36A-5269-D03767F1E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0112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9853A55-2A34-3001-1922-D997A38AB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8199CE-5433-F4DB-9F04-76D837DB5C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9109CB-37CA-4C7A-B731-4DEB89758D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5D944-1108-46E5-B4FA-E2119528347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80C71E-09FB-3D7F-0C6C-08241B8C37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8F4B3A-F4DA-E241-4FAF-DA8F170148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8953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7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7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7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7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7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7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7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7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7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7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7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7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7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7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7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7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7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7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7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7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7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7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7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7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7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7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7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7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6.png"/><Relationship Id="rId1" Type="http://schemas.openxmlformats.org/officeDocument/2006/relationships/slideLayout" Target="../slideLayouts/slideLayout7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7.png"/><Relationship Id="rId1" Type="http://schemas.openxmlformats.org/officeDocument/2006/relationships/slideLayout" Target="../slideLayouts/slideLayout7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7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7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7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3.png"/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7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6.png"/><Relationship Id="rId1" Type="http://schemas.openxmlformats.org/officeDocument/2006/relationships/slideLayout" Target="../slideLayouts/slideLayout7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7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8.png"/><Relationship Id="rId1" Type="http://schemas.openxmlformats.org/officeDocument/2006/relationships/slideLayout" Target="../slideLayouts/slideLayout7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9.png"/><Relationship Id="rId1" Type="http://schemas.openxmlformats.org/officeDocument/2006/relationships/slideLayout" Target="../slideLayouts/slideLayout7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7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7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2.png"/><Relationship Id="rId1" Type="http://schemas.openxmlformats.org/officeDocument/2006/relationships/slideLayout" Target="../slideLayouts/slideLayout7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3.png"/><Relationship Id="rId1" Type="http://schemas.openxmlformats.org/officeDocument/2006/relationships/slideLayout" Target="../slideLayouts/slideLayout7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7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5.png"/><Relationship Id="rId1" Type="http://schemas.openxmlformats.org/officeDocument/2006/relationships/slideLayout" Target="../slideLayouts/slideLayout7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6.png"/><Relationship Id="rId1" Type="http://schemas.openxmlformats.org/officeDocument/2006/relationships/slideLayout" Target="../slideLayouts/slideLayout7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7.png"/><Relationship Id="rId1" Type="http://schemas.openxmlformats.org/officeDocument/2006/relationships/slideLayout" Target="../slideLayouts/slideLayout7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7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9.png"/><Relationship Id="rId1" Type="http://schemas.openxmlformats.org/officeDocument/2006/relationships/slideLayout" Target="../slideLayouts/slideLayout7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7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7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2.png"/><Relationship Id="rId1" Type="http://schemas.openxmlformats.org/officeDocument/2006/relationships/slideLayout" Target="../slideLayouts/slideLayout7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7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4.png"/><Relationship Id="rId1" Type="http://schemas.openxmlformats.org/officeDocument/2006/relationships/slideLayout" Target="../slideLayouts/slideLayout7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5.png"/><Relationship Id="rId1" Type="http://schemas.openxmlformats.org/officeDocument/2006/relationships/slideLayout" Target="../slideLayouts/slideLayout7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6.png"/><Relationship Id="rId1" Type="http://schemas.openxmlformats.org/officeDocument/2006/relationships/slideLayout" Target="../slideLayouts/slideLayout7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7.png"/><Relationship Id="rId1" Type="http://schemas.openxmlformats.org/officeDocument/2006/relationships/slideLayout" Target="../slideLayouts/slideLayout7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8.png"/><Relationship Id="rId1" Type="http://schemas.openxmlformats.org/officeDocument/2006/relationships/slideLayout" Target="../slideLayouts/slideLayout7.xml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209.png"/><Relationship Id="rId1" Type="http://schemas.openxmlformats.org/officeDocument/2006/relationships/slideLayout" Target="../slideLayouts/slideLayout7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7.xml"/></Relationships>
</file>

<file path=ppt/slides/_rels/slide2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3.png"/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7.xml"/></Relationships>
</file>

<file path=ppt/slides/_rels/slide2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5.png"/><Relationship Id="rId2" Type="http://schemas.openxmlformats.org/officeDocument/2006/relationships/image" Target="../media/image214.png"/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7.png"/><Relationship Id="rId2" Type="http://schemas.openxmlformats.org/officeDocument/2006/relationships/image" Target="../media/image216.png"/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9.png"/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2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7.xml"/></Relationships>
</file>

<file path=ppt/slides/_rels/slide2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4.png"/><Relationship Id="rId2" Type="http://schemas.openxmlformats.org/officeDocument/2006/relationships/image" Target="../media/image223.png"/><Relationship Id="rId1" Type="http://schemas.openxmlformats.org/officeDocument/2006/relationships/slideLayout" Target="../slideLayouts/slideLayout7.xml"/></Relationships>
</file>

<file path=ppt/slides/_rels/slide2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6.png"/><Relationship Id="rId2" Type="http://schemas.openxmlformats.org/officeDocument/2006/relationships/image" Target="../media/image225.png"/><Relationship Id="rId1" Type="http://schemas.openxmlformats.org/officeDocument/2006/relationships/slideLayout" Target="../slideLayouts/slideLayout7.xml"/></Relationships>
</file>

<file path=ppt/slides/_rels/slide2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8.png"/><Relationship Id="rId2" Type="http://schemas.openxmlformats.org/officeDocument/2006/relationships/image" Target="../media/image227.png"/><Relationship Id="rId1" Type="http://schemas.openxmlformats.org/officeDocument/2006/relationships/slideLayout" Target="../slideLayouts/slideLayout7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9.png"/><Relationship Id="rId1" Type="http://schemas.openxmlformats.org/officeDocument/2006/relationships/slideLayout" Target="../slideLayouts/slideLayout7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7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7.xml"/></Relationships>
</file>

<file path=ppt/slides/_rels/slide2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3.png"/><Relationship Id="rId2" Type="http://schemas.openxmlformats.org/officeDocument/2006/relationships/image" Target="../media/image232.png"/><Relationship Id="rId1" Type="http://schemas.openxmlformats.org/officeDocument/2006/relationships/slideLayout" Target="../slideLayouts/slideLayout7.xml"/></Relationships>
</file>

<file path=ppt/slides/_rels/slide2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5.png"/><Relationship Id="rId2" Type="http://schemas.openxmlformats.org/officeDocument/2006/relationships/image" Target="../media/image234.png"/><Relationship Id="rId1" Type="http://schemas.openxmlformats.org/officeDocument/2006/relationships/slideLayout" Target="../slideLayouts/slideLayout7.xml"/></Relationships>
</file>

<file path=ppt/slides/_rels/slide2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7.png"/><Relationship Id="rId2" Type="http://schemas.openxmlformats.org/officeDocument/2006/relationships/image" Target="../media/image236.png"/><Relationship Id="rId1" Type="http://schemas.openxmlformats.org/officeDocument/2006/relationships/slideLayout" Target="../slideLayouts/slideLayout7.xml"/></Relationships>
</file>

<file path=ppt/slides/_rels/slide2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9.png"/><Relationship Id="rId2" Type="http://schemas.openxmlformats.org/officeDocument/2006/relationships/image" Target="../media/image238.png"/><Relationship Id="rId1" Type="http://schemas.openxmlformats.org/officeDocument/2006/relationships/slideLayout" Target="../slideLayouts/slideLayout7.xml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7.xml"/></Relationships>
</file>

<file path=ppt/slides/_rels/slide2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3.png"/><Relationship Id="rId2" Type="http://schemas.openxmlformats.org/officeDocument/2006/relationships/image" Target="../media/image242.png"/><Relationship Id="rId1" Type="http://schemas.openxmlformats.org/officeDocument/2006/relationships/slideLayout" Target="../slideLayouts/slideLayout7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4.png"/><Relationship Id="rId1" Type="http://schemas.openxmlformats.org/officeDocument/2006/relationships/slideLayout" Target="../slideLayouts/slideLayout7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5.png"/><Relationship Id="rId1" Type="http://schemas.openxmlformats.org/officeDocument/2006/relationships/slideLayout" Target="../slideLayouts/slideLayout7.xml"/></Relationships>
</file>

<file path=ppt/slides/_rels/slide2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7.png"/><Relationship Id="rId2" Type="http://schemas.openxmlformats.org/officeDocument/2006/relationships/image" Target="../media/image246.png"/><Relationship Id="rId1" Type="http://schemas.openxmlformats.org/officeDocument/2006/relationships/slideLayout" Target="../slideLayouts/slideLayout7.xml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9.png"/><Relationship Id="rId2" Type="http://schemas.openxmlformats.org/officeDocument/2006/relationships/image" Target="../media/image248.png"/><Relationship Id="rId1" Type="http://schemas.openxmlformats.org/officeDocument/2006/relationships/slideLayout" Target="../slideLayouts/slideLayout7.xml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7.xml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3.png"/><Relationship Id="rId2" Type="http://schemas.openxmlformats.org/officeDocument/2006/relationships/image" Target="../media/image252.png"/><Relationship Id="rId1" Type="http://schemas.openxmlformats.org/officeDocument/2006/relationships/slideLayout" Target="../slideLayouts/slideLayout7.xml"/></Relationships>
</file>

<file path=ppt/slides/_rels/slide2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5.png"/><Relationship Id="rId2" Type="http://schemas.openxmlformats.org/officeDocument/2006/relationships/image" Target="../media/image254.png"/><Relationship Id="rId1" Type="http://schemas.openxmlformats.org/officeDocument/2006/relationships/slideLayout" Target="../slideLayouts/slideLayout7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6.png"/><Relationship Id="rId1" Type="http://schemas.openxmlformats.org/officeDocument/2006/relationships/slideLayout" Target="../slideLayouts/slideLayout7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7.png"/><Relationship Id="rId1" Type="http://schemas.openxmlformats.org/officeDocument/2006/relationships/slideLayout" Target="../slideLayouts/slideLayout7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9.png"/><Relationship Id="rId2" Type="http://schemas.openxmlformats.org/officeDocument/2006/relationships/image" Target="../media/image258.png"/><Relationship Id="rId1" Type="http://schemas.openxmlformats.org/officeDocument/2006/relationships/slideLayout" Target="../slideLayouts/slideLayout7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7.xml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3.png"/><Relationship Id="rId2" Type="http://schemas.openxmlformats.org/officeDocument/2006/relationships/image" Target="../media/image262.png"/><Relationship Id="rId1" Type="http://schemas.openxmlformats.org/officeDocument/2006/relationships/slideLayout" Target="../slideLayouts/slideLayout7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4.png"/><Relationship Id="rId1" Type="http://schemas.openxmlformats.org/officeDocument/2006/relationships/slideLayout" Target="../slideLayouts/slideLayout7.xml"/></Relationships>
</file>

<file path=ppt/slides/_rels/slide2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6.png"/><Relationship Id="rId2" Type="http://schemas.openxmlformats.org/officeDocument/2006/relationships/image" Target="../media/image265.png"/><Relationship Id="rId1" Type="http://schemas.openxmlformats.org/officeDocument/2006/relationships/slideLayout" Target="../slideLayouts/slideLayout7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8.png"/><Relationship Id="rId2" Type="http://schemas.openxmlformats.org/officeDocument/2006/relationships/image" Target="../media/image267.png"/><Relationship Id="rId1" Type="http://schemas.openxmlformats.org/officeDocument/2006/relationships/slideLayout" Target="../slideLayouts/slideLayout7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9.png"/><Relationship Id="rId1" Type="http://schemas.openxmlformats.org/officeDocument/2006/relationships/slideLayout" Target="../slideLayouts/slideLayout7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1.png"/><Relationship Id="rId1" Type="http://schemas.openxmlformats.org/officeDocument/2006/relationships/slideLayout" Target="../slideLayouts/slideLayout7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3.png"/><Relationship Id="rId2" Type="http://schemas.openxmlformats.org/officeDocument/2006/relationships/image" Target="../media/image272.png"/><Relationship Id="rId1" Type="http://schemas.openxmlformats.org/officeDocument/2006/relationships/slideLayout" Target="../slideLayouts/slideLayout7.xml"/></Relationships>
</file>

<file path=ppt/slides/_rels/slide2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5.png"/><Relationship Id="rId2" Type="http://schemas.openxmlformats.org/officeDocument/2006/relationships/image" Target="../media/image274.png"/><Relationship Id="rId1" Type="http://schemas.openxmlformats.org/officeDocument/2006/relationships/slideLayout" Target="../slideLayouts/slideLayout7.xml"/></Relationships>
</file>

<file path=ppt/slides/_rels/slide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7.png"/><Relationship Id="rId2" Type="http://schemas.openxmlformats.org/officeDocument/2006/relationships/image" Target="../media/image276.png"/><Relationship Id="rId1" Type="http://schemas.openxmlformats.org/officeDocument/2006/relationships/slideLayout" Target="../slideLayouts/slideLayout7.xml"/></Relationships>
</file>

<file path=ppt/slides/_rels/slide2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9.png"/><Relationship Id="rId2" Type="http://schemas.openxmlformats.org/officeDocument/2006/relationships/image" Target="../media/image278.png"/><Relationship Id="rId1" Type="http://schemas.openxmlformats.org/officeDocument/2006/relationships/slideLayout" Target="../slideLayouts/slideLayout7.xml"/></Relationships>
</file>

<file path=ppt/slides/_rels/slide2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1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3.png"/><Relationship Id="rId2" Type="http://schemas.openxmlformats.org/officeDocument/2006/relationships/image" Target="../media/image282.png"/><Relationship Id="rId1" Type="http://schemas.openxmlformats.org/officeDocument/2006/relationships/slideLayout" Target="../slideLayouts/slideLayout7.xml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5.png"/><Relationship Id="rId2" Type="http://schemas.openxmlformats.org/officeDocument/2006/relationships/image" Target="../media/image284.png"/><Relationship Id="rId1" Type="http://schemas.openxmlformats.org/officeDocument/2006/relationships/slideLayout" Target="../slideLayouts/slideLayout7.xml"/></Relationships>
</file>

<file path=ppt/slides/_rels/slide2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7.png"/><Relationship Id="rId2" Type="http://schemas.openxmlformats.org/officeDocument/2006/relationships/image" Target="../media/image286.png"/><Relationship Id="rId1" Type="http://schemas.openxmlformats.org/officeDocument/2006/relationships/slideLayout" Target="../slideLayouts/slideLayout7.xml"/></Relationships>
</file>

<file path=ppt/slides/_rels/slide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9.png"/><Relationship Id="rId2" Type="http://schemas.openxmlformats.org/officeDocument/2006/relationships/image" Target="../media/image288.png"/><Relationship Id="rId1" Type="http://schemas.openxmlformats.org/officeDocument/2006/relationships/slideLayout" Target="../slideLayouts/slideLayout7.xml"/></Relationships>
</file>

<file path=ppt/slides/_rels/slide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1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7.xml"/></Relationships>
</file>

<file path=ppt/slides/_rels/slide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3.png"/><Relationship Id="rId2" Type="http://schemas.openxmlformats.org/officeDocument/2006/relationships/image" Target="../media/image292.png"/><Relationship Id="rId1" Type="http://schemas.openxmlformats.org/officeDocument/2006/relationships/slideLayout" Target="../slideLayouts/slideLayout7.xml"/></Relationships>
</file>

<file path=ppt/slides/_rels/slide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5.png"/><Relationship Id="rId2" Type="http://schemas.openxmlformats.org/officeDocument/2006/relationships/image" Target="../media/image294.png"/><Relationship Id="rId1" Type="http://schemas.openxmlformats.org/officeDocument/2006/relationships/slideLayout" Target="../slideLayouts/slideLayout7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6.png"/><Relationship Id="rId1" Type="http://schemas.openxmlformats.org/officeDocument/2006/relationships/slideLayout" Target="../slideLayouts/slideLayout7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7.png"/><Relationship Id="rId1" Type="http://schemas.openxmlformats.org/officeDocument/2006/relationships/slideLayout" Target="../slideLayouts/slideLayout7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C20BA1-E3FB-95BF-A72B-068D6BAB47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입문기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06C493F-71E5-F705-58F2-9113EA9CA5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11578"/>
            <a:ext cx="9144000" cy="846221"/>
          </a:xfrm>
        </p:spPr>
        <p:txBody>
          <a:bodyPr/>
          <a:lstStyle/>
          <a:p>
            <a:r>
              <a:rPr lang="ko-KR" altLang="en-US" dirty="0"/>
              <a:t>안경찬</a:t>
            </a:r>
          </a:p>
        </p:txBody>
      </p:sp>
    </p:spTree>
    <p:extLst>
      <p:ext uri="{BB962C8B-B14F-4D97-AF65-F5344CB8AC3E}">
        <p14:creationId xmlns:p14="http://schemas.microsoft.com/office/powerpoint/2010/main" val="18750967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BE772F8-99B2-55B2-F648-CED5F360D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635" y="1494567"/>
            <a:ext cx="9326730" cy="386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48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A1AC55B-6B01-9913-37F9-FED039C0B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867" y="952620"/>
            <a:ext cx="9054265" cy="4952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0722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2B6775E-89D6-59C3-FC9A-CF2FF2D40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786" y="1510464"/>
            <a:ext cx="9448427" cy="3837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567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783E315-DDE6-AB99-6E81-75C2B2B1C2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160" y="1039227"/>
            <a:ext cx="9205679" cy="452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968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491D35C-D7D6-3012-B8E4-0ADEA4AFC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046" y="1371099"/>
            <a:ext cx="9535907" cy="4115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617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1ACD7CD-916E-D577-1980-45C71A8BD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578" y="661386"/>
            <a:ext cx="9084844" cy="5535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708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EA72283-E703-C351-615B-50EF3D04D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173" y="743004"/>
            <a:ext cx="8821654" cy="5371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493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206572E-5D82-1F17-4E83-D4DD82271D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446" y="1572126"/>
            <a:ext cx="10033107" cy="3713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925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2CD7523-37CF-6A39-2B68-2C4846332C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302" y="882773"/>
            <a:ext cx="9485396" cy="5092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537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7D06821-7CF1-2FC3-956B-11090A7B1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127" y="1551572"/>
            <a:ext cx="9893745" cy="375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466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DA43E05-37A6-6DE7-05AC-7108595FB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286" y="800105"/>
            <a:ext cx="9211427" cy="5257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2542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065E035-E459-EE9A-DDA9-C390E0004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5230" y="312820"/>
            <a:ext cx="9141539" cy="2430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6549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53AB234-5A78-748C-5079-4B771DB5B4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7486" y="430447"/>
            <a:ext cx="8297027" cy="5997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966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6A882DB-67D9-7B9F-42C2-E890E9C78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304" y="304548"/>
            <a:ext cx="8233391" cy="288783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A9E3A9A-BC26-61D6-4202-2104DCE5B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304" y="3429000"/>
            <a:ext cx="8351812" cy="3308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888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C2E0C76-B60D-BB72-327F-AF0276637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826" y="1099235"/>
            <a:ext cx="8514348" cy="465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9817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FF88525-FC0F-0F53-AEC9-05153F077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145" y="1360320"/>
            <a:ext cx="9019709" cy="4137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1563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6A76BA0-3AFD-5160-D205-3C38FDC0A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867" y="1782795"/>
            <a:ext cx="9340266" cy="3292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658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214F5D6-2A6C-3420-3A0E-94501D39EB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027" y="857375"/>
            <a:ext cx="9581945" cy="5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2116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F65BD41-7F75-7688-55D9-38E44DB6E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184" y="1962526"/>
            <a:ext cx="8849631" cy="293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8909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92D81F2-4FD0-32F5-8C35-857F7D64C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644" y="1337510"/>
            <a:ext cx="9716712" cy="4182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4302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37E5419-AD38-95D4-9101-E160BCB2D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" y="359444"/>
            <a:ext cx="5191125" cy="139065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7E641F6-F1AA-78B6-7517-0769FEF04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376" y="920916"/>
            <a:ext cx="9335056" cy="5738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8976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57AEE13-8796-7E48-099E-C53E17696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045" y="1191403"/>
            <a:ext cx="9775909" cy="4475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4942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C788B5A-680A-B971-B982-74B4FAF46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132" y="1426887"/>
            <a:ext cx="9995735" cy="400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5209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E995F3F-DFF9-FB20-86CF-39C0B9935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56" y="929534"/>
            <a:ext cx="10225088" cy="4998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9311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4AE22D0-9AF9-0A3D-145C-976DC43CE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18" y="647541"/>
            <a:ext cx="10177964" cy="556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003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70246AB-E1A8-5E76-5DC8-6762D2FFD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193" y="1248401"/>
            <a:ext cx="10099614" cy="436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6313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178378D-F3C1-60B1-2F0A-5C25811BF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712" y="694698"/>
            <a:ext cx="10614576" cy="5468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0463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86FB6C0-B3B5-F9A9-46A6-B1323F8D8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712" y="712495"/>
            <a:ext cx="10456576" cy="5433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7610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FB60F55-C5D9-3063-15A4-499638271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830" y="1532647"/>
            <a:ext cx="10922339" cy="379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6615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B62269B-AAEB-793B-D6C5-26F63B0FE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145" y="1528449"/>
            <a:ext cx="10671709" cy="38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23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E0B313A-B332-F245-906A-C82B0E7C1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118" y="282424"/>
            <a:ext cx="10581761" cy="219651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0CA272C-4FC0-A507-0E42-CD8EC3C493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17" y="2782154"/>
            <a:ext cx="10581761" cy="3897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5193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F02BBCD-6E29-78CE-1115-084B04FFD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528" y="251910"/>
            <a:ext cx="10336944" cy="317709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04FB958-092D-C33E-7B83-6A2668AB7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4311" y="3616004"/>
            <a:ext cx="9323377" cy="3117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2390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08C253D-962C-974C-E8D2-8266E05240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468" y="1889799"/>
            <a:ext cx="9263063" cy="3078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1065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9AEEB40-CAB0-9327-460A-4C9B34066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849" y="1148264"/>
            <a:ext cx="10554302" cy="4561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8841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B46B01E-2AAB-7AE0-8F63-E7D611829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755" y="738682"/>
            <a:ext cx="10092490" cy="538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623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9454071-F1F7-399B-BFC6-18F9A1A6BF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806" y="1853573"/>
            <a:ext cx="9672387" cy="315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2168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21E3B9F-278A-7819-CE30-DDAC1B0CC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031" y="914650"/>
            <a:ext cx="10633937" cy="502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8846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414BF96-D83F-B4AD-7DEC-4304BD249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398" y="861636"/>
            <a:ext cx="9895203" cy="5134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1191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731F1D4-CFF1-A006-65BA-DAA81C54F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162" y="1135229"/>
            <a:ext cx="10287675" cy="458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7713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D66BF23-480E-3561-9E16-89EB73B5B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948" y="1387015"/>
            <a:ext cx="8730104" cy="4083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5044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3FF9A13-D0C9-F13A-ACAD-98CF3D906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192" y="1522245"/>
            <a:ext cx="10951616" cy="3813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6119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9AE6106-F521-DBA3-797E-5BB38414E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227" y="1516480"/>
            <a:ext cx="9871546" cy="382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7879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73229D0-3466-856C-16AD-3B7E3F2C1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83" y="1084596"/>
            <a:ext cx="10666633" cy="4688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2752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136E480-91C9-80F2-B814-D9D892BD6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170" y="1120566"/>
            <a:ext cx="10217659" cy="4616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1187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24B21C0-2661-127E-E038-C53BB854D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21" y="1430128"/>
            <a:ext cx="11140157" cy="399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7560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2C42B04-EBB1-4DBD-1F44-57BC00D05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373" y="987091"/>
            <a:ext cx="10099253" cy="4883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6332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A25255A-71FF-FB9E-F9BB-207A89D10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416" y="676024"/>
            <a:ext cx="9223167" cy="5505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2003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67FC022-32D4-B119-7FB4-1631BEF8D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453" y="1262993"/>
            <a:ext cx="10323094" cy="4332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5937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D35F077-926C-E060-051A-B7AADEFCF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037" y="793332"/>
            <a:ext cx="10339926" cy="5271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1396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7ED77DB-0E12-DD11-9729-8EE444FB7E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99" y="1521995"/>
            <a:ext cx="11169601" cy="3814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5329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E7B8986-972A-569A-5C94-B26BFC842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819" y="393282"/>
            <a:ext cx="9148361" cy="6071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6221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B318AF8-FBFE-7A3D-F7B7-600342433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185" y="829677"/>
            <a:ext cx="9097629" cy="5198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9283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EED454E-BB7E-3C1E-4389-80CA6ECD5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976" y="926557"/>
            <a:ext cx="10690048" cy="500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3464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2DBDDE9-A4D3-A00F-9A94-6F0310A08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344" y="711868"/>
            <a:ext cx="10297311" cy="543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8401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94818B8-A997-F9E3-EDD2-56B08CDB29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359" y="696453"/>
            <a:ext cx="10423281" cy="5465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84957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385AA98-B6B8-2139-BA9A-46A3D49333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563" y="1348038"/>
            <a:ext cx="10548874" cy="4161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3060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21A3CC0-247E-E0E1-F6B9-F1D1C48A1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036" y="609875"/>
            <a:ext cx="9401928" cy="563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00254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E24E7CB-298A-63EE-4110-A18190CD3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51" y="1433136"/>
            <a:ext cx="11439498" cy="399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120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BEC38A4-75D9-F1DD-A37D-746ACECDC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5" y="1637297"/>
            <a:ext cx="11214730" cy="3583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1102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DD6E84E-8DE1-1693-9986-D0BAD2608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889" y="1642937"/>
            <a:ext cx="10996222" cy="3572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94550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CBEA18F-5E15-CE19-01FE-2E8AC8406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75" y="1475246"/>
            <a:ext cx="10710050" cy="3907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76069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646DC0A-6EC9-7715-AF6B-55DC98FD5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945" y="1993607"/>
            <a:ext cx="10630110" cy="2870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87009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84C51EC-1496-CA43-FAD7-1A19E3B59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0271" y="0"/>
            <a:ext cx="45514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5416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625C788-7728-9510-000C-70F18F597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6479" y="0"/>
            <a:ext cx="45190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66505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3392269-142D-7F1D-8179-5CA2AEEDFE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892" y="0"/>
            <a:ext cx="45102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95035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5F8A417-966C-79EA-267A-22E2061BF6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670" y="1277352"/>
            <a:ext cx="9876660" cy="4303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59317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86AEC09-FF71-CB48-9DFE-C6FB06F23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644" y="1494172"/>
            <a:ext cx="9848711" cy="3869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86867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345B42B-9DA4-FDB8-C927-E972A6EC9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833" y="664599"/>
            <a:ext cx="8318333" cy="5528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2315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2FC6D6E-4279-3233-EBE1-D2FD25CFF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699" y="995112"/>
            <a:ext cx="10128602" cy="4867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6840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E001B44-E380-FA2E-FC39-16803A8AC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417" y="473242"/>
            <a:ext cx="9045165" cy="5911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3177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0539AE5-61AF-5AFB-EBD9-AFEBFE28C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618" y="688295"/>
            <a:ext cx="9244764" cy="548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99243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2DA7D37-2149-7C09-C79D-12B1B2D859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981" y="175095"/>
            <a:ext cx="8206038" cy="6507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8321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3006BC9-B4BD-4B7C-6F39-9AC6B90BC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194" y="419320"/>
            <a:ext cx="8805612" cy="6019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57331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CEE7826-864B-0516-43B9-46DDC0BAF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650" y="1642184"/>
            <a:ext cx="9510699" cy="3573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22497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908D635-DDDA-6FB3-A87E-4303C182F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781" y="463592"/>
            <a:ext cx="8646438" cy="5930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2621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4EF25D5-0B4F-040A-C019-1DA3AEE12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439" y="499060"/>
            <a:ext cx="8977122" cy="5859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24126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A7ADFC5-2380-930D-C61F-3D512FF667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703" y="631532"/>
            <a:ext cx="9964594" cy="559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2780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6C930F-4FFA-67AD-B175-C45F9B550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333" y="1464845"/>
            <a:ext cx="10359334" cy="3928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6493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FDD46EE-6B5A-8B21-E287-0D90F3F429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2861" y="389898"/>
            <a:ext cx="7566277" cy="6078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01258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D084D49-50D4-4803-C471-1EF8E0F10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727" y="568993"/>
            <a:ext cx="9232545" cy="572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27861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406826D-344B-DD7B-FB29-2EEF0C14C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8747" y="385010"/>
            <a:ext cx="7294506" cy="6087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24757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3021CB4-28BD-2C8C-205A-E956A023A8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217" y="818146"/>
            <a:ext cx="9073566" cy="5221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31723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43C60A4-F1A5-B18F-AE0A-B02F07052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7865" y="590366"/>
            <a:ext cx="9056269" cy="5677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64309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955B04A-1561-8197-B820-1794FBA42F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516" y="488367"/>
            <a:ext cx="7892967" cy="5881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03879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D224285-053E-2A1A-7437-2BDA05C2D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027" y="1167815"/>
            <a:ext cx="10107946" cy="4522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82819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7498FEE-323A-0445-74AC-26DA624A2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382" y="1038600"/>
            <a:ext cx="8837235" cy="4780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66236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E6603D6-C33C-05F8-22EB-44D86BF66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788" y="1760621"/>
            <a:ext cx="11034424" cy="3336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34081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B5A8E5E-10D4-DAE9-651C-B60A827ED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261" y="409073"/>
            <a:ext cx="9283478" cy="603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67135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742CB7B-3E63-C15D-CC98-CA2235E9D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387" y="477041"/>
            <a:ext cx="8563226" cy="5903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57006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FD5F360-F9E1-3525-D9D5-87F6D1FBC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00" y="1299160"/>
            <a:ext cx="10424599" cy="4259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699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561B546-284A-0E31-9889-C9A28461D1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927" y="777415"/>
            <a:ext cx="9390146" cy="5303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5200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DB8A5E7-4259-3205-2941-1C5BA40E6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623" y="1157538"/>
            <a:ext cx="10076754" cy="4542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38002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4E04B4B-59D3-39E8-36DB-D3241091D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991" y="334404"/>
            <a:ext cx="7436017" cy="618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16927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3270FD6-6349-E764-70C6-14C890D39B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408" y="697801"/>
            <a:ext cx="8737183" cy="5462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9765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06BEB11-6AA5-0C2A-BBF6-100B77B08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994" y="490543"/>
            <a:ext cx="8862011" cy="5876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5085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116CB96-B137-F3C9-9BD1-AE1AEE2B2C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426" y="1271838"/>
            <a:ext cx="10189148" cy="431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20809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297B09B-3CAB-7D45-4A39-404E23E35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76" y="397919"/>
            <a:ext cx="10048447" cy="606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5136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2B6B291-0824-12B1-2551-2E8705396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012" y="1778793"/>
            <a:ext cx="11073975" cy="3300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30141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32C2ADC-138B-356A-43EC-F9455626D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06" y="686552"/>
            <a:ext cx="10115587" cy="5484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39295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9A3BF79-E167-1213-0184-16CAE1556F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539" y="1867651"/>
            <a:ext cx="11060921" cy="312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84456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017FA44-42BE-E88E-E297-4A1FE6880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745" y="464469"/>
            <a:ext cx="10014510" cy="5929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35367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E7FC1A5-0DA0-0B97-9649-FB593ECB31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567" y="886075"/>
            <a:ext cx="10470866" cy="508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35149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A9F6A68-75D7-C045-9D38-538907B417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78" y="257676"/>
            <a:ext cx="8188643" cy="6342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18619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905BBF2-FE01-9CC2-5EFC-3CA1CDBDF5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713" y="1088356"/>
            <a:ext cx="9362574" cy="4681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25725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2334D6A-34D3-AF24-5ACE-43BD0D6F2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407" y="1229727"/>
            <a:ext cx="10789185" cy="4398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62694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0612F02-DC6B-7B2C-65B2-AAB2AAF2F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8" y="1519237"/>
            <a:ext cx="10685203" cy="3819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4555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27DF3F6-90BE-A349-D4F5-CF50F8BA4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385" y="645945"/>
            <a:ext cx="8987230" cy="5566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97878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C617732-3012-F916-74AA-88DC51C2FD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936" y="1546809"/>
            <a:ext cx="9974128" cy="3764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5783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05579D3-88FC-A5D5-AD43-39A4AE99C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024" y="1115051"/>
            <a:ext cx="11243952" cy="4627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26246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94D5276-0E3E-7772-C37A-FB7FAA79DC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143" y="390514"/>
            <a:ext cx="9891713" cy="6076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91152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AE3DCC6-5A17-CC8E-385D-67B21ABEE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11" y="771274"/>
            <a:ext cx="9925178" cy="5315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734166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B2DA11F-2AA7-76D7-80DE-35FA7C9FB4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393" y="1514725"/>
            <a:ext cx="9939213" cy="382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80971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3DD16A0-1DAE-BB3A-2C0E-77EB5A04F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043" y="1516961"/>
            <a:ext cx="10539914" cy="3824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31446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B457CEC-6878-06AC-142B-978B58415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504" y="1577766"/>
            <a:ext cx="10200991" cy="370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34347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0F275DC-A5DF-45A6-3408-A207FFA49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9247" y="555309"/>
            <a:ext cx="8813506" cy="5747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633327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8477085-BE96-6D31-EDB7-550D1448A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297" y="279594"/>
            <a:ext cx="8177405" cy="6298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94924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3C2787D-F5F8-F183-6ED1-4A61F91DA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203" y="1058848"/>
            <a:ext cx="8625594" cy="4740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52629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ABCA5C9-0DC4-B49C-ADEB-674BF6089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69" y="775815"/>
            <a:ext cx="9397862" cy="5306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8558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121CFDB-22F8-C41D-49A9-C180A1DA92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276" y="1590564"/>
            <a:ext cx="9717447" cy="367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14561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F958576-4B44-8491-60F8-D71600214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679" y="523603"/>
            <a:ext cx="9982642" cy="5810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23979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4E87B56-B714-1EFE-0826-3A22799C1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523" y="979403"/>
            <a:ext cx="10098953" cy="4899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140465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427586B-065D-2DC6-0FA4-0B67376A3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405" y="439658"/>
            <a:ext cx="9523189" cy="5978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21849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0E8E247-7B88-D6CC-38F3-7F29D741FE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326" y="1475023"/>
            <a:ext cx="8913347" cy="3907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226089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80D84A3-9C2D-B55B-F80D-A9A0C66FA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608" y="830173"/>
            <a:ext cx="9652784" cy="5197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14740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CD06C64-D369-A9EA-CA8A-4F5D7E520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435" y="596012"/>
            <a:ext cx="9185130" cy="566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447088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A13119F-4521-7086-38FE-BEEA55B17D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475" y="903034"/>
            <a:ext cx="8249049" cy="5051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33690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998C5D3-06C8-8CF5-4182-C7E5E1468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826" y="1078941"/>
            <a:ext cx="9414348" cy="470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84790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74E97F2-E876-AE56-B265-6652FF433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833" y="1411738"/>
            <a:ext cx="9700334" cy="4034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27136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5E6054A-461F-B0B2-6D70-2634B6DA1F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706" y="400092"/>
            <a:ext cx="7074588" cy="605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67045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6FAC51F-6F31-8098-BE41-25A93C988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361" y="1005275"/>
            <a:ext cx="8417277" cy="484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93512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13ED2BC-0D05-3CEE-89E6-E303CBE84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731" y="1271112"/>
            <a:ext cx="9728537" cy="4315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07986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279D7A2-0652-1C50-02F4-09FD6547A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761" y="1402841"/>
            <a:ext cx="10012478" cy="4052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934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74D4860-72A4-06D0-110A-D95C53E3A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026" y="906885"/>
            <a:ext cx="9319947" cy="5044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96212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FC923DE-C991-691D-4E4D-B1424AE61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250" y="644944"/>
            <a:ext cx="8783500" cy="556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845814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C29AC83-17AD-B355-34D6-21B06E0F8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501" y="1270864"/>
            <a:ext cx="10140998" cy="4316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30632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7EF2786-622A-6210-7045-3B2D823191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374" y="468139"/>
            <a:ext cx="9545252" cy="5921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12484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F49E169-577B-3F75-5D70-C95DCE5CAA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8453" y="977849"/>
            <a:ext cx="9295093" cy="4902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051712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A6C0DAB-9052-CC65-3A34-B3540DF3A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76" y="1003901"/>
            <a:ext cx="9908047" cy="4850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16459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74416E9-5E59-709E-5901-D7249F5077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043" y="856394"/>
            <a:ext cx="10673914" cy="5145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327161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6FD5F47-0478-F937-1FB9-AB028A8A7A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342" y="1846649"/>
            <a:ext cx="9725315" cy="3164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533936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ABFE8BF-02DD-5DA8-27EF-CEEFC312C1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05" y="961381"/>
            <a:ext cx="10495189" cy="493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20404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69C643B-47D1-1B48-90B2-439C565310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5267" y="1384888"/>
            <a:ext cx="9841466" cy="4088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26121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2A9783C-CB35-1315-324B-86AF4C11D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142" y="1007390"/>
            <a:ext cx="7815715" cy="484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17457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0308C3A-C0E8-DF98-8136-00772D1895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484" y="1268596"/>
            <a:ext cx="8853031" cy="4320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817490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A35F8B1-4E4D-3066-B3CE-26653E603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652" y="1632328"/>
            <a:ext cx="10002696" cy="3593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07856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B691A6-2032-B960-0A5D-562BEEBF01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01" y="1110804"/>
            <a:ext cx="9120997" cy="463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19455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92E1F2F-F504-1F8D-27A3-A54DBD09F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457" y="1343853"/>
            <a:ext cx="10457085" cy="417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36377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6BFE8D2-F9C6-D1F6-1D6E-DDCE173D4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044" y="903062"/>
            <a:ext cx="8797911" cy="5051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41842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A0E9754-9B11-D08B-1B34-40DC76708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118" y="1903186"/>
            <a:ext cx="9351764" cy="305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52444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7C2C4A4-4BDE-3446-CB97-B7785BE65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492" y="1471516"/>
            <a:ext cx="9427016" cy="3914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5717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57630DF-F857-9E1E-8157-C1D944EB5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210" y="1128406"/>
            <a:ext cx="9243579" cy="4601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60755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B56FE2B-E492-81FC-EC85-686D23760D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521" y="1622576"/>
            <a:ext cx="9748957" cy="3612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75201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52A1C07-AF21-5922-1535-C1102CC23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48" y="1358354"/>
            <a:ext cx="10856903" cy="414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33631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D5BE47-F695-DEDE-CC9C-E17E9F00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274" y="1381519"/>
            <a:ext cx="8471452" cy="409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294626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56CAEB5-1E03-39B9-8ED3-04C748BFF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611" y="1120245"/>
            <a:ext cx="10208778" cy="4617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454852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F145124-93AA-CA06-8A87-806CDFCBD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48" y="1556004"/>
            <a:ext cx="10348303" cy="3745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751413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A5EA8A5-9E07-534B-5EC6-2F14DC736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508" y="1236798"/>
            <a:ext cx="6094984" cy="4384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7073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BD90FCA-A40B-0526-3F7B-A17E71CE39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593" y="1692362"/>
            <a:ext cx="9652814" cy="3473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712946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FA6C06B-1DAD-2B5E-F502-48E78F152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899" y="931083"/>
            <a:ext cx="10156202" cy="4995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090676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A260E1E-266F-5D1C-7027-614369636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22" y="1406862"/>
            <a:ext cx="11046555" cy="404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722892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EBD526A-44C1-C9C3-107F-7F3C0AA40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78" y="1404728"/>
            <a:ext cx="10737444" cy="4048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674194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6A4A393-7790-D4EC-5D21-47F2767A79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624" y="310293"/>
            <a:ext cx="7548752" cy="6237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987818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319D4C0-C51F-19EE-B18E-CC2D1A701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044" y="878935"/>
            <a:ext cx="9419912" cy="5100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340534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D711FB5-1266-95F1-7641-999EBDA12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663" y="642076"/>
            <a:ext cx="9516673" cy="5573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41104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528921E-D989-64EA-CC0B-0A745442B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361" y="891589"/>
            <a:ext cx="10031278" cy="5074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29155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C509593-19F9-B7C8-0981-8707000C2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822" y="728567"/>
            <a:ext cx="9398356" cy="5400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19218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D782164-D569-1544-6AFA-6F8837C15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239" y="1958202"/>
            <a:ext cx="10583522" cy="2941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860149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27D4E9E-D47D-CBDD-E9C1-863A3995A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171" y="1005152"/>
            <a:ext cx="10175657" cy="4847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875263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C7F8E91-8354-8C37-6C03-D3AD760AB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300" y="572148"/>
            <a:ext cx="9221399" cy="571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02221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A76A994-52D0-4FC7-1505-300B7A060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902" y="1023136"/>
            <a:ext cx="9428195" cy="4811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799098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7598CF0-6082-0168-1A21-3432C3353D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818" y="291401"/>
            <a:ext cx="8350363" cy="6275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030626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26CC278-305A-4918-541C-753C426E5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976" y="1586830"/>
            <a:ext cx="9762047" cy="3684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801452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5EC7E43-6113-B6F6-F895-82094A337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755" y="978962"/>
            <a:ext cx="10208490" cy="49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46409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DA77A92-BFB1-0C02-22E7-B9177AEA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620" y="430515"/>
            <a:ext cx="11022760" cy="285410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4F4B76A-025C-26A2-8189-EEB4718C2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620" y="3557336"/>
            <a:ext cx="11022760" cy="2938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642533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E9DF770-B157-777E-8730-5D4469092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908" y="761777"/>
            <a:ext cx="10000184" cy="5334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615220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959EFA5-2EE3-06E2-DFE4-897772DDD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779" y="473372"/>
            <a:ext cx="7524442" cy="5911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42902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EDB77A3-5576-A6F5-C199-45F83CF0A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566" y="288662"/>
            <a:ext cx="10830868" cy="234886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2701E0D-5CCA-798C-CA84-3002CA8BA0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072" y="2743343"/>
            <a:ext cx="10147855" cy="3825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685447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61F653B-44F1-7BE2-6047-E3AB3834D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361" y="230784"/>
            <a:ext cx="9385332" cy="151780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1CF4702-FB1C-134B-5FA5-2634AA60F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361" y="2105830"/>
            <a:ext cx="9391278" cy="42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28432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6928862-5C3A-3747-A0E7-416EC08C8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9787" y="147265"/>
            <a:ext cx="6852426" cy="6563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478396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C227A6F-B2CC-6BA0-7B5D-DDE7C489A4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641" y="557711"/>
            <a:ext cx="10150717" cy="5742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021461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4BED483-2834-9C3A-F5D8-787AD9A46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574" y="2093436"/>
            <a:ext cx="10198852" cy="267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09416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639C456-B0F9-1592-F915-BD23BF415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71" y="1296796"/>
            <a:ext cx="10173657" cy="4264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317569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338B610-9071-FF97-F9A4-5AC802F1C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00" y="866790"/>
            <a:ext cx="9908199" cy="5124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8727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AB4A9AD-65FA-7FCA-1C2F-87E97B73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387" y="1012057"/>
            <a:ext cx="10731226" cy="4833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189641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BA03234-6235-89F4-E828-5DEF86BCD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534" y="573619"/>
            <a:ext cx="9192932" cy="5710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76257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94A99B3-E9D5-7278-AF84-7FCBD0DF8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470" y="2121633"/>
            <a:ext cx="9621059" cy="261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84716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EBB3EF9-28B9-FEC1-5EF2-A02741300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779" y="1784749"/>
            <a:ext cx="11272442" cy="3288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61456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46BA2B3-F63D-3F18-DB3C-2D2E006B90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226" y="841868"/>
            <a:ext cx="9661547" cy="517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195275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76AD1B9-EC21-1F02-D687-7E8F67F86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880" y="1160098"/>
            <a:ext cx="10206239" cy="4537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824602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EAA069F-6E1B-1DCD-5007-C1EF46A69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661" y="915040"/>
            <a:ext cx="10010677" cy="502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572624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D44E909-99AF-4402-F95C-8320BC0D6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61" y="1762488"/>
            <a:ext cx="10800277" cy="3333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77479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76870BE-53FA-2485-7746-DBB6F3CD9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454" y="2129589"/>
            <a:ext cx="10093092" cy="2598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422965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D530141-7344-F17C-3F1A-2E914C11F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234" y="1606176"/>
            <a:ext cx="10025532" cy="3645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2333702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13E7A74-03D5-D0D4-3F5C-435816E80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726" y="1980512"/>
            <a:ext cx="10780548" cy="289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330532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DC9D239-B3C9-4910-45FA-9A0BFD0BED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784" y="464448"/>
            <a:ext cx="8954431" cy="5929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574994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FEC29D2-1261-B349-C683-3715A49DC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799" y="1418007"/>
            <a:ext cx="9780402" cy="402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6792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EE03109-A15A-247F-83CA-8E875D5B6F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755" y="434632"/>
            <a:ext cx="9162490" cy="5988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397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E63C14C-18B7-66D4-0BCC-4E70C53D10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8768" y="1025333"/>
            <a:ext cx="9254463" cy="480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978443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6AD39FF-B835-B5A3-4D8B-91453CC8D9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917" y="1252851"/>
            <a:ext cx="10350166" cy="4352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530814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3B3AC5D-E064-DD2A-E6A2-BF2D9EB4A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884" y="1813441"/>
            <a:ext cx="10446231" cy="3231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267691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2AD783C-90B2-740E-E152-C06A396AC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525" y="1779604"/>
            <a:ext cx="11050950" cy="329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385143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22F4E7F-1E83-F561-4157-F81E3CD8E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575" y="1589594"/>
            <a:ext cx="10490849" cy="367881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4EAE45C-A89A-CF3A-E17F-44687077F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575" y="454157"/>
            <a:ext cx="3763815" cy="716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244910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E989D48-463F-F5D6-9A21-E370C6C0B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528" y="2398504"/>
            <a:ext cx="11098944" cy="2060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833364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59B9AEA-28E6-8E5B-DB15-5DD6794B5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295" y="2595898"/>
            <a:ext cx="9795410" cy="359213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9548920-2286-F995-BCCA-05332387CD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386" y="669971"/>
            <a:ext cx="9857227" cy="79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144484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F2B2209-DE9E-ABD3-B0E8-CCB39D738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462" y="1951203"/>
            <a:ext cx="10397075" cy="392020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3003A9C-14C2-5619-1AB5-BA9221A5D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462" y="308906"/>
            <a:ext cx="10397075" cy="677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789367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D49FB89-5689-1D77-592F-0CFCD1142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190" y="1716282"/>
            <a:ext cx="9115620" cy="456460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B4D96BB-22ED-0BF8-3126-4975B10D3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8189" y="353246"/>
            <a:ext cx="9115621" cy="726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4950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D5C5D8F-2A60-20F7-E0E5-75BD1EAF0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8" y="1827731"/>
            <a:ext cx="10680464" cy="320253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8BD4D306-AEC5-8287-C8FC-8343CC597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767" y="424084"/>
            <a:ext cx="10680464" cy="737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0327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367F971-064D-9717-1276-E7B91431E3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656" y="1954061"/>
            <a:ext cx="10956688" cy="2949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650487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0399F94-2DC7-A695-07B9-DA7058F349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1445" y="1333519"/>
            <a:ext cx="9589109" cy="502492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A9761AB-62C1-FB90-0A8C-C5A66ABDC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1445" y="352610"/>
            <a:ext cx="9589109" cy="740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350190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5CE3971-BCB5-62D7-8595-0B85EDBF3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338" y="1482388"/>
            <a:ext cx="10023324" cy="478247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0CE9827-E4B4-6C10-C2D4-5BE859E2D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336" y="416625"/>
            <a:ext cx="10023323" cy="62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157069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B830226-72C7-721B-7BE2-4D6B59FFF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516" y="415063"/>
            <a:ext cx="10421999" cy="70063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B115B3-BBD3-F4CF-29AA-5C4E8CB7E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515" y="1743504"/>
            <a:ext cx="10421999" cy="1753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62557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4703ABE-94F3-EC98-B7CC-5DA66FFC0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643" y="1070264"/>
            <a:ext cx="8190714" cy="547714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D1CAF67-44C2-DF2B-6E15-0D34007BBA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644" y="166209"/>
            <a:ext cx="8190714" cy="585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018341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1C41120-CA40-DABC-3F78-A331A2583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01" y="1848989"/>
            <a:ext cx="10813198" cy="3160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82622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0EE12D8-8786-4735-E2B6-6CD1DE67A5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2" y="2028391"/>
            <a:ext cx="10540995" cy="280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567908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F0DEF0B-B037-8980-02C4-56E2B2338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987" y="1711691"/>
            <a:ext cx="10896025" cy="343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025066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DE26032-6B67-5501-C061-215FE35C4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098" y="1601570"/>
            <a:ext cx="10997804" cy="365485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718CA03-9DCB-368B-A99A-CE4543F48F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96" y="348914"/>
            <a:ext cx="10997803" cy="71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601286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1C4E1F9-28CF-2226-17FF-931D2E816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106" y="1648352"/>
            <a:ext cx="9361788" cy="458799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3523BB3-3795-78EF-4A3C-A8D45A08A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106" y="818147"/>
            <a:ext cx="9361788" cy="607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09771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E22230-7ADB-FF26-E0A9-705BE9E93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878" y="1302918"/>
            <a:ext cx="8782241" cy="500521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B060CBD-2C11-C3B4-C9CD-E90BE35718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78" y="373401"/>
            <a:ext cx="8782241" cy="555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749583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BA70571-756F-EE0A-4E76-C3941C754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842" y="946712"/>
            <a:ext cx="9000315" cy="553242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B5380AA-C6F8-D693-6EC2-5070F1EE9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842" y="188334"/>
            <a:ext cx="9000315" cy="561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88176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8372FCF-CD56-550F-059E-D366E180D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8646" y="1807668"/>
            <a:ext cx="9294707" cy="324266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8D69E09-3D38-23BF-B1BE-B15FCA8AE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8645" y="508302"/>
            <a:ext cx="9294707" cy="630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892024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6AF5210-F94A-8859-1189-0FB2647E6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030" y="1758549"/>
            <a:ext cx="8477936" cy="419366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52042DB-6408-00BC-6FAC-ADBEB6396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7031" y="287380"/>
            <a:ext cx="8477935" cy="663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031642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609FA98-9133-031B-0E2D-E947BE8D9C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19" y="1562901"/>
            <a:ext cx="10867762" cy="3732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03455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D7B1770-12DD-A51A-C4B0-FDABA07AE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15" y="1861256"/>
            <a:ext cx="10731770" cy="3135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491258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16CD6FB-7196-90A3-21A1-509C9F625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64" y="1964222"/>
            <a:ext cx="11193271" cy="292955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B2F32CA-3CD8-B235-84EB-1B10D43AC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364" y="240351"/>
            <a:ext cx="11193271" cy="730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368092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43711EA-A4E0-EDD0-E009-D06D71FFC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560" y="2280818"/>
            <a:ext cx="11218879" cy="229636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34A18B4-926A-A543-3C4A-BE57135E6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60" y="331841"/>
            <a:ext cx="11218878" cy="732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36867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4E06676-1313-A2A9-11D8-F7680A6D75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326" y="1347670"/>
            <a:ext cx="9777347" cy="483642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53087DE-D533-3E61-FAEA-AE5E4B098B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326" y="422822"/>
            <a:ext cx="9777346" cy="502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652351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5FFC954-AE0A-23AC-1548-874682676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42" y="1446814"/>
            <a:ext cx="11404115" cy="396437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16C91D2-C1D3-08B1-7AA3-A5DA57B028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42" y="203010"/>
            <a:ext cx="11404115" cy="588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332950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77A5593-B0CD-9892-1B7B-D5EAE7105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487" y="1094639"/>
            <a:ext cx="10321026" cy="552127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8FC1FCC9-86F7-9CFE-26CD-EDA92AF64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87" y="242083"/>
            <a:ext cx="10321026" cy="700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896147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67091E5-543B-4EE2-B3A7-184028456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86" y="2044504"/>
            <a:ext cx="10797428" cy="2768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219218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BC94471-770D-6BE6-7D37-C9C7846CE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1" y="1771583"/>
            <a:ext cx="10856078" cy="3314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64575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6898748-3E50-4E79-8DB2-A1CEA69E1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984" y="2113746"/>
            <a:ext cx="11154031" cy="263050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DA9A428-0D7F-E05C-32DA-E427F4DB6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984" y="248126"/>
            <a:ext cx="11154032" cy="652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929552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6E775F6-29A7-9C98-5BBC-241E254E3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19" y="2077067"/>
            <a:ext cx="11140162" cy="354459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EE6CCCB-2A22-9716-E683-5BE2AB7AB5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918" y="598042"/>
            <a:ext cx="11140161" cy="713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99910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8E4C670-D76D-F071-FA7C-13F664481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685" y="1000132"/>
            <a:ext cx="10006630" cy="485773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900D2AF-6FC8-0EFC-83CA-BF0B00E7D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685" y="209524"/>
            <a:ext cx="10006630" cy="551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780734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51E0BFF-3125-DFD8-DD9E-B88FE6486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444" y="1590571"/>
            <a:ext cx="10735111" cy="3676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104303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23230A6-5BF3-354E-EC43-B671D9A423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56" y="1270236"/>
            <a:ext cx="10886287" cy="492712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00AC4A3-2BD3-DF6B-2E6C-33A8F52AA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6" y="289109"/>
            <a:ext cx="10886287" cy="651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299391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09F5778-A7C3-6217-EC13-8CB2FEB8A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335" y="1528489"/>
            <a:ext cx="10247330" cy="47956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D75DDBD-1112-4F88-96F3-B023FC095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335" y="573500"/>
            <a:ext cx="10247330" cy="64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795701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182DCE4-A759-2224-2778-F3598B2FCC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210" y="1471156"/>
            <a:ext cx="9637579" cy="462484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82F8F67-1135-5AB7-CED9-86C36B2D8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7210" y="398998"/>
            <a:ext cx="9519127" cy="528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589268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D622C70-B02E-E3D4-AB37-E46D5CCE93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14" y="2278060"/>
            <a:ext cx="11215172" cy="230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637623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D468062-7373-33B3-2C3A-31487A543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979" y="1030428"/>
            <a:ext cx="8520042" cy="547811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AC69810-C6EA-D8C4-3AAE-06A939459C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979" y="168987"/>
            <a:ext cx="8520042" cy="605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7761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6EAF64D-217C-9C72-1DB0-664F2490B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906" y="1486661"/>
            <a:ext cx="8956188" cy="500776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059EA31-1A79-50E2-D1CF-2B284110B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7905" y="363577"/>
            <a:ext cx="8956187" cy="655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094965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BB857FD-DD17-45E1-1518-745F1416E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79" y="1058018"/>
            <a:ext cx="9052441" cy="542312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F1E5C7A-5DB6-EE12-E15F-C98897B68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9779" y="195860"/>
            <a:ext cx="9052440" cy="528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106466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EFD6B3B-0848-31CA-D5BB-B1EDE6C47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171" y="1135217"/>
            <a:ext cx="9037657" cy="541160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48F1E57-9C1C-6953-D0DB-7E5433B293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171" y="302100"/>
            <a:ext cx="9037656" cy="529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634211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C382182-5913-A7DA-2EF5-896CFC6E2A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929" y="1582449"/>
            <a:ext cx="10322142" cy="369310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86E9C42-E7F5-57B3-740F-825A579FB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929" y="311036"/>
            <a:ext cx="10322142" cy="722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0960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8F1E092-BFEE-8DAB-32DD-9F1A6821B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087" y="1543301"/>
            <a:ext cx="10243825" cy="476600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D586F29-69A1-6E8C-CF67-BCE4AE745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086" y="348635"/>
            <a:ext cx="10243825" cy="670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24000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D8DA8F3-5997-88F7-E6CF-E3AAAD9FE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187" y="1451340"/>
            <a:ext cx="10359626" cy="450075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971F748-1A7A-CBF5-3828-B328FD31D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187" y="172678"/>
            <a:ext cx="10359626" cy="597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312186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94D5D14-A76E-C27C-095B-F520E49A8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065" y="1962788"/>
            <a:ext cx="11403869" cy="293242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32640E-8C0A-2C50-B966-DADDB975C8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065" y="240352"/>
            <a:ext cx="11403869" cy="772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010557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4398C4F-B358-FB29-3B29-9E35FC05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692" y="1745129"/>
            <a:ext cx="9974616" cy="460717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4FF9659-AE0C-11E7-F547-FD0D6C0964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692" y="315165"/>
            <a:ext cx="9974616" cy="615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816412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D8C131D-6A2E-9CC8-FE33-5F21CABE96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253" y="953335"/>
            <a:ext cx="8689494" cy="515567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5C84E18-F25D-953F-DF36-9D326B214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253" y="199887"/>
            <a:ext cx="8689494" cy="549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239239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2047F05-2615-9F76-8734-BC33FBF10B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370" y="1469907"/>
            <a:ext cx="11241260" cy="391818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76E3CD7-89B4-74DC-CBCE-D9ADACFFBD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370" y="278457"/>
            <a:ext cx="11241260" cy="614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727254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1144601-34F3-D771-77C8-CFD300589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379" y="998075"/>
            <a:ext cx="8309241" cy="561127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132F220-9E7B-578A-4B3A-5F09E2D4F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378" y="248654"/>
            <a:ext cx="8309241" cy="53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304290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55C8C08-4150-4333-9E96-97FFA88761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92" y="1406615"/>
            <a:ext cx="11070816" cy="4044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469877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40D8DB6-EA83-D128-BB70-5607AA14B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31" y="1384933"/>
            <a:ext cx="11273337" cy="4088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870645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1186506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1200593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4617633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8283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4</Words>
  <Application>Microsoft Office PowerPoint</Application>
  <PresentationFormat>와이드스크린</PresentationFormat>
  <Paragraphs>2</Paragraphs>
  <Slides>257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257</vt:i4>
      </vt:variant>
    </vt:vector>
  </HeadingPairs>
  <TitlesOfParts>
    <vt:vector size="260" baseType="lpstr">
      <vt:lpstr>맑은 고딕</vt:lpstr>
      <vt:lpstr>Arial</vt:lpstr>
      <vt:lpstr>Office 테마</vt:lpstr>
      <vt:lpstr>CSS 입문기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KYOUNGCHAN AHN</dc:creator>
  <cp:lastModifiedBy>KYOUNGCHAN AHN</cp:lastModifiedBy>
  <cp:revision>51</cp:revision>
  <dcterms:created xsi:type="dcterms:W3CDTF">2026-08-24T07:11:16Z</dcterms:created>
  <dcterms:modified xsi:type="dcterms:W3CDTF">2026-08-27T08:23:25Z</dcterms:modified>
</cp:coreProperties>
</file>