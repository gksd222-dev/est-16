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4" r:id="rId10"/>
    <p:sldId id="267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80AFA-DD74-9579-1815-E377DF5FA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EFD73F-72E6-2432-C92D-EC3C6A91C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8FB98-C5EF-3B4F-7A9C-544F7580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7BE6B0-CDB2-DBB6-3BB4-E80B966A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6E0E33-A55B-DC13-8224-6D973122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26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D82F4-136F-809E-3753-2EBE7127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4D4680-A6CA-2F66-790A-7F4D9405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22AE90-FA5C-EFED-D75B-F9C272E0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B3886C-86C8-3436-C0B0-41DFF2AE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460684-D9D5-0E56-CEFA-436A9FA1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97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FFB1-563A-77AA-C342-C6935E562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DFC98E-7706-0E5E-8956-DEE0BDAB8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E74265-BD29-1B97-01EF-FEEC29A9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7D3429-C2F5-F1CE-B1BF-5D8853878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40067-F9B2-0D2E-0B84-E43A83A5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86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6995F-35A3-8811-18A6-C5C79C003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C1264-4F11-D12E-C00A-478FADDF2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7CD55A-D416-27C8-2C57-51E114ACB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64F9F3-0748-0903-25D0-43BAE489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DB3FA6-AAC2-1854-01C5-4D90DC6A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9A7255-4CB4-D8AB-99C2-A8C56680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50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09C38-16F2-F294-5058-515F522B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08F832-74CC-5CE6-EF88-2EB96261A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6FC91E-BB0C-571F-8B30-CAF7F103B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5049CA-5209-7C20-497E-267F5429E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4671C4-ADE8-0AE1-4BC6-207C4B0B3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9D5789-75E5-2CA3-A540-249ECFD3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4F66F5-3718-3572-E509-2D6E402A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F2139C-4D79-4879-706C-B9D3703E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3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EEAC6-DBE7-BBB3-0626-544227FC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8D8273-FE3D-100F-A591-248483FB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F323F6-E3B0-AF7D-ABD0-523A0467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DF304C-9731-3A78-88D3-3F869CEF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140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5DD440-FA0E-2D8A-4CAE-C06B0388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C81FFB-3DC8-2377-E817-FD5B9C59D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C4A1B9-A919-69AE-5D12-972F2B3B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F2109-913C-45FC-1ACB-C71BDCD4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E0CC7B-3331-4B98-BB2A-8CFBDA64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D9C6F5-AAC5-DF29-EF5B-113C07321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C79622-F47E-09DB-3357-A4642E521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9C5586-A1E8-C06B-3AD9-66E87DA7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77D298-9A42-309A-7FCF-D191E3C5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16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2D8BB-5B88-5EEE-4941-AF1108DE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D23669-E41C-D2C6-A1E7-F0BB88064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F767B9-02BB-50DC-87FF-5CF3E894A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7CC4CA-8EF0-B5B8-451C-9B0543EB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15B759-BB92-1056-7CE1-4DBF30F7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992570-C0D1-3E50-907B-C758E416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01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1F274-F603-D424-F7BD-EB63AA1B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FB0491-F34F-0BDE-D24C-7EF222033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70F8D3-D436-2009-967A-2F5FA442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DC42D-9E1D-CD22-31DD-BB3D3E21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B40C39-977F-5E56-55FC-1C12F86A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01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2605562-297D-4826-6821-85F82284A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0FFFDA-B573-7D92-82F5-E3B81131C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D945A7-949F-4FAF-AB91-7C81320B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DF1B70-DE6B-26E6-0335-A18FA1D7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CD072E-C8D6-2B03-CFC5-23058559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94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51525C-97EC-7F1B-62E4-9E710212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9E71FC-6CF0-DE30-5E7B-3CC13575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211951-043C-1DD0-5723-F0E4AE27F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0FEE9-806B-4D7C-BEBD-EA3E69C14E52}" type="datetimeFigureOut">
              <a:rPr lang="ko-KR" altLang="en-US" smtClean="0"/>
              <a:t>2026-08-21(Fri)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5D1249-9829-3D89-A277-C781480D9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ADF810-25D5-62BF-F243-4737ACF95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81027-B7E7-4E04-AA36-7CE24F145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48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19057-30C0-82BD-69CA-2E778D0CA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9084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언어 </a:t>
            </a:r>
            <a:r>
              <a:rPr lang="ko-KR" altLang="en-US" dirty="0" err="1"/>
              <a:t>입문기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986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DE9561-21E8-03EC-86AC-D1C5D884C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36" y="3641629"/>
            <a:ext cx="6410325" cy="31146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52E68B6-7800-DDED-927A-DEA09642F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440" y="101696"/>
            <a:ext cx="6157118" cy="343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3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0ACDCF-AA3A-102E-0085-C4A7F834B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12" y="92413"/>
            <a:ext cx="6276975" cy="2743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122E91-FC08-0369-3868-1FBE9FBFD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830" y="3175733"/>
            <a:ext cx="7036338" cy="326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72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2B11B1-AE43-9D14-D36E-71E324A5F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024" y="847421"/>
            <a:ext cx="3514725" cy="19335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1148A8-981B-5B59-7A32-3B5328EA8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64" y="210259"/>
            <a:ext cx="6153150" cy="33051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88012A-7651-D31C-80A8-B67D7AFD6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024" y="3693471"/>
            <a:ext cx="3571875" cy="20002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DBEF1AA-0AB6-4B84-3E5A-1C281E310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714" y="4004756"/>
            <a:ext cx="626745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11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38DE76-FD70-FF11-26D9-D86CCAB96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902" y="285750"/>
            <a:ext cx="6296025" cy="31432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6A192F-4AF5-DF48-376C-7E9E0835D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002" y="4002323"/>
            <a:ext cx="625792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26488B-DDFD-0738-7015-1CCA852E8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7" y="154427"/>
            <a:ext cx="6334125" cy="28003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4BB785D-E86D-8B92-194F-54C0B886E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311" y="3618588"/>
            <a:ext cx="642937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0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101940-66AC-823E-7EC1-5910D00D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26" y="167804"/>
            <a:ext cx="7013347" cy="36162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DDB0A3-30BC-22F1-1B8C-E62731C62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645" y="3944356"/>
            <a:ext cx="5124708" cy="291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7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DB820B-270D-4D82-760B-EC5F348C9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749" y="149232"/>
            <a:ext cx="8054501" cy="32797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D9581C7-999F-B4C0-A7A1-796441348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963" y="3672920"/>
            <a:ext cx="8136073" cy="303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349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F0487F-1981-4ED6-D270-091BE3B1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950"/>
            <a:ext cx="5653291" cy="42682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D8E8B2-C515-89AC-7F28-D302481F3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880" y="1305257"/>
            <a:ext cx="6512120" cy="356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8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C21225-DA96-D91F-B38B-BADD24A4E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208" y="88184"/>
            <a:ext cx="6167376" cy="36387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315B5E9-3CAC-2381-EDC8-207285950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071" y="3794395"/>
            <a:ext cx="5863651" cy="297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45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CC92F0-BC3F-7D75-D6BF-6E415934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76" y="100316"/>
            <a:ext cx="7593248" cy="49275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A260C9E-27E8-3CA8-C763-0E673CD7F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575" y="5165185"/>
            <a:ext cx="60388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1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C5D423-9800-69EF-AFCC-D479D04C0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36" y="97074"/>
            <a:ext cx="8861926" cy="32200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E04218-2B2D-CD00-EF5E-7DE8D864D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314" y="3429000"/>
            <a:ext cx="7663371" cy="34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91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EB745D-DFEE-F252-DCE9-6542EC419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324" y="711638"/>
            <a:ext cx="7929351" cy="543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928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25D907-3D74-28B8-DDF8-118C2BA9D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599" y="821380"/>
            <a:ext cx="7998801" cy="443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07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3D8063-2E6A-896C-ADEA-E60F7FADC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39" y="1200555"/>
            <a:ext cx="9646819" cy="445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05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ED3596-4711-66E8-F766-58E14C285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00" y="1129217"/>
            <a:ext cx="10528199" cy="396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3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9E0CE0-4C7B-0184-0AAB-12A45F72A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39" y="531069"/>
            <a:ext cx="10087921" cy="517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29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2AAEF6-9F3D-088F-CF78-86635B21B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41164"/>
            <a:ext cx="10544536" cy="609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30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C412DE-C179-DE57-E47A-698A79BB6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83" y="90892"/>
            <a:ext cx="10992556" cy="21951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2E8ED03-E251-ADEF-E55E-37B69F473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896" y="2504829"/>
            <a:ext cx="8352208" cy="413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44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DA855B-7049-0AA4-4995-2BE6898E4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062" y="85014"/>
            <a:ext cx="9065875" cy="36180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52847A7-6DED-3105-5C98-21D908CDB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671" y="3836142"/>
            <a:ext cx="5665146" cy="296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24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FB08EC-CFBA-27F4-F8AB-63A9D4864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3" y="1228674"/>
            <a:ext cx="10028574" cy="44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1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DA3855-D45B-6B27-6A49-2E2381201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69" y="976818"/>
            <a:ext cx="8550861" cy="407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13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A0F493-EA3B-AFA1-90C3-EDDECCA20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22" y="1058795"/>
            <a:ext cx="10418955" cy="436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19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0215C2-0E89-EA32-6737-BA16EC75B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775" y="755614"/>
            <a:ext cx="7928449" cy="494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12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F552E6-3237-A6F3-D163-BB7597532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309" y="850865"/>
            <a:ext cx="8359381" cy="479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0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AAB351-974B-0EE2-BF4E-ECA6F4A2B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744" y="709815"/>
            <a:ext cx="8178512" cy="47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64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274301-6753-D19A-4F8B-61620F38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10" y="1053728"/>
            <a:ext cx="9705580" cy="475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88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A934A9-E688-0439-7329-BFB6D55D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743" y="118928"/>
            <a:ext cx="6988513" cy="662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70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6ED7C8-79D5-9563-9C46-30FCEF9BB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149" y="1124759"/>
            <a:ext cx="8709701" cy="47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79FF79-D72F-F15A-2BB9-DDB8826FD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30" y="572549"/>
            <a:ext cx="9101139" cy="571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33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A30EF5-6305-43B9-41D8-C524DCCE5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530" y="1233589"/>
            <a:ext cx="9258940" cy="373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86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6D0C48-FB6F-95F2-FE5B-9F4DDB64F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32" y="956147"/>
            <a:ext cx="10298335" cy="494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1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9D14D3-95C9-A559-54D9-FE7A01651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65" y="568791"/>
            <a:ext cx="8905470" cy="572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79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6ABCFB-EDAE-6DAB-02CD-55E6E50C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834" y="118352"/>
            <a:ext cx="7244268" cy="32823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19573A-4A04-6D99-40CE-A1B95D1D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834" y="3554343"/>
            <a:ext cx="7244268" cy="307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455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0517FA-2DD9-498E-D51F-7096C154F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005" y="216267"/>
            <a:ext cx="7961989" cy="642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77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140A18-E4A3-E62F-FF96-8EA965373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93" y="786217"/>
            <a:ext cx="8544614" cy="42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81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6E6EAE-B5E1-8849-97E3-FA66B3EA0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41" y="442913"/>
            <a:ext cx="7849918" cy="569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819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7604B5-A6EB-A728-4E91-7B23A1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10" y="1295907"/>
            <a:ext cx="10013579" cy="484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88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EEB6EE-E568-EDBF-CBC4-4C399BC32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01" y="189689"/>
            <a:ext cx="9917045" cy="15710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7B9EFC-3307-5AD2-4A3E-596D456FF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915" y="2011498"/>
            <a:ext cx="6002169" cy="445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76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43D59D-F3A8-4ECB-4E7B-E73D47D04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95" y="426294"/>
            <a:ext cx="9068409" cy="2708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C1EED54-CFD7-A0EE-F9A7-09E9E902B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019" y="3429000"/>
            <a:ext cx="8729962" cy="314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626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EA05A0-4DF4-6CCE-23AF-78712001A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572" y="653375"/>
            <a:ext cx="9536856" cy="583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32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4D4CC5-4F44-3CA7-3480-C069AA94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683" y="84305"/>
            <a:ext cx="7782634" cy="29167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901B82-22DA-549E-C0D3-13FC8C18F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94" y="3196580"/>
            <a:ext cx="7499012" cy="357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89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787228-29D7-D8F4-4529-82268A600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80" y="752474"/>
            <a:ext cx="9261240" cy="505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030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83F2-6C22-BE67-EA9B-C30859C0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3D99F13-DE36-DB2D-174D-EACF5443F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289" y="1119695"/>
            <a:ext cx="9111422" cy="407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3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60FB53-5AF4-3D7D-EA45-B34B98B2E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235" y="271664"/>
            <a:ext cx="9001530" cy="591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132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8746A3-FFA8-8C04-F11F-36D880F45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41" y="943582"/>
            <a:ext cx="9823317" cy="497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156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5315EA-89E3-F1F9-030C-5ECE8327D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805" y="950574"/>
            <a:ext cx="7714389" cy="473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765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B5F23-B64B-2CB9-43D9-C2459B11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053095F-0D4B-923E-FFA1-682CD21DC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06" y="1236438"/>
            <a:ext cx="7249387" cy="413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99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7A42A8-007E-1C15-4CCA-BD6125F90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60" y="983911"/>
            <a:ext cx="9948280" cy="517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793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FFF276-EBD8-990A-9D38-809965685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474" y="130208"/>
            <a:ext cx="7563052" cy="26321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37ACFB-2294-D1F7-1938-8776D50EF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109" y="2972610"/>
            <a:ext cx="8009107" cy="352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297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1DEF2F-5E72-8BBC-8AFF-7994F060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653" y="134768"/>
            <a:ext cx="7220694" cy="31142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AF665F4-D56D-8CEA-5235-55F01F530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91" y="3516549"/>
            <a:ext cx="9882218" cy="298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361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CE6E95-897D-F8B3-492F-D6F8CD80A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05" y="100621"/>
            <a:ext cx="7626789" cy="26279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94479AE-D00B-C0C1-8670-0B7D198E9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034" y="2893371"/>
            <a:ext cx="6585930" cy="35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000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FC6983-AA79-865B-911E-3EAD7602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225" y="823811"/>
            <a:ext cx="9765549" cy="486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56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6B33B4-0BD5-F6E1-EA3D-C132C4CC3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70" y="785710"/>
            <a:ext cx="10421259" cy="497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568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8C4CCD-80B6-F6C8-2EF4-EDE3CCE4C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824" y="1192347"/>
            <a:ext cx="8576351" cy="412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516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622C72-F5F5-20A0-BE09-486A4BEBA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28" y="1000936"/>
            <a:ext cx="10238744" cy="504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027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3514A1-070B-D49D-619F-B55907B2B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18" y="549916"/>
            <a:ext cx="8501164" cy="525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485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F1F9D4-79F5-C5F7-7465-743552BF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185" y="754891"/>
            <a:ext cx="6791629" cy="534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587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15D782-1909-294F-97ED-D6D6B3E00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00" y="1096084"/>
            <a:ext cx="8312799" cy="42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926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9F2F7F-B74A-F480-AF42-1B7AEBF7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167" y="471690"/>
            <a:ext cx="9595665" cy="528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277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4BEC0E-2523-105C-77BD-32F39693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991" y="171045"/>
            <a:ext cx="7810017" cy="240678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E15555-B41E-1FF2-6DAC-EB610D076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65" y="2771525"/>
            <a:ext cx="8090069" cy="39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525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DD4C3D-10B9-E7B8-B6C0-2BC612F6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009" y="1090714"/>
            <a:ext cx="8679981" cy="410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118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6B87BC-8CD4-7CF1-C1F5-4ED9BC111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061" y="818744"/>
            <a:ext cx="7305878" cy="522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872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6E60A5-6F69-6B46-2D12-2255EEA0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303" y="107004"/>
            <a:ext cx="7837393" cy="26167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CE2BE5A-DF6E-E864-BC50-FADD6DCF6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796" y="2885519"/>
            <a:ext cx="8632408" cy="37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419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D3BFC9-FBAC-7E5E-5D50-E16021D68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17" y="1016743"/>
            <a:ext cx="8173565" cy="441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78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59F953-DFE4-DDAF-7F2A-AB1DF519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834" y="1167011"/>
            <a:ext cx="9896332" cy="411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994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281472-4CCA-B1CC-FF56-58319463B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084" y="823811"/>
            <a:ext cx="9181831" cy="430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98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2F0CB9-F96F-4CA2-1165-CF10D681E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295" y="559863"/>
            <a:ext cx="8047409" cy="57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927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ED5863-D031-540E-BA02-BB7DBC2D4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95" y="625913"/>
            <a:ext cx="10007492" cy="340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DB7F9F-D80E-F99A-1DDE-E2BED7B15A5E}"/>
              </a:ext>
            </a:extLst>
          </p:cNvPr>
          <p:cNvSpPr txBox="1"/>
          <p:nvPr/>
        </p:nvSpPr>
        <p:spPr>
          <a:xfrm>
            <a:off x="2911002" y="4936947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&lt;</a:t>
            </a:r>
            <a:r>
              <a:rPr lang="ko-KR" altLang="en-US" dirty="0" err="1"/>
              <a:t>button</a:t>
            </a:r>
            <a:r>
              <a:rPr lang="ko-KR" altLang="en-US" dirty="0"/>
              <a:t> </a:t>
            </a:r>
            <a:r>
              <a:rPr lang="ko-KR" altLang="en-US" dirty="0" err="1"/>
              <a:t>title</a:t>
            </a:r>
            <a:r>
              <a:rPr lang="ko-KR" altLang="en-US" dirty="0"/>
              <a:t>="저장"&gt;💾&lt;/</a:t>
            </a:r>
            <a:r>
              <a:rPr lang="ko-KR" altLang="en-US" dirty="0" err="1"/>
              <a:t>button</a:t>
            </a:r>
            <a:r>
              <a:rPr lang="ko-KR" alt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3597574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D4F57D-964F-05D9-462D-684574D57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60" y="1211347"/>
            <a:ext cx="10066479" cy="443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40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B4D1DD-A625-93D9-2CAA-E9DD5FAA8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158" y="664724"/>
            <a:ext cx="8319683" cy="572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9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13</Words>
  <Application>Microsoft Office PowerPoint</Application>
  <PresentationFormat>와이드스크린</PresentationFormat>
  <Paragraphs>2</Paragraphs>
  <Slides>71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4" baseType="lpstr">
      <vt:lpstr>맑은 고딕</vt:lpstr>
      <vt:lpstr>Arial</vt:lpstr>
      <vt:lpstr>Office 테마</vt:lpstr>
      <vt:lpstr>HTML 언어 입문기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KYOUNGCHAN AHN</dc:creator>
  <cp:lastModifiedBy>KYOUNGCHAN AHN</cp:lastModifiedBy>
  <cp:revision>2</cp:revision>
  <dcterms:created xsi:type="dcterms:W3CDTF">2026-08-21T07:35:52Z</dcterms:created>
  <dcterms:modified xsi:type="dcterms:W3CDTF">2026-08-21T09:22:22Z</dcterms:modified>
</cp:coreProperties>
</file>